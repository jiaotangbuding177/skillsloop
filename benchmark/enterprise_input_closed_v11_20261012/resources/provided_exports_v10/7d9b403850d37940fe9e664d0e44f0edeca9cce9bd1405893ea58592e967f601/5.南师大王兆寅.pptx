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ommentAuthors.xml" ContentType="application/vnd.openxmlformats-officedocument.presentationml.commentAuthor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188.xml" ContentType="application/vnd.openxmlformats-officedocument.presentationml.tags+xml"/>
  <Override PartName="/ppt/tags/tag189.xml" ContentType="application/vnd.openxmlformats-officedocument.presentationml.tags+xml"/>
  <Override PartName="/ppt/tags/tag19.xml" ContentType="application/vnd.openxmlformats-officedocument.presentationml.tags+xml"/>
  <Override PartName="/ppt/tags/tag190.xml" ContentType="application/vnd.openxmlformats-officedocument.presentationml.tags+xml"/>
  <Override PartName="/ppt/tags/tag191.xml" ContentType="application/vnd.openxmlformats-officedocument.presentationml.tags+xml"/>
  <Override PartName="/ppt/tags/tag192.xml" ContentType="application/vnd.openxmlformats-officedocument.presentationml.tags+xml"/>
  <Override PartName="/ppt/tags/tag193.xml" ContentType="application/vnd.openxmlformats-officedocument.presentationml.tags+xml"/>
  <Override PartName="/ppt/tags/tag194.xml" ContentType="application/vnd.openxmlformats-officedocument.presentationml.tags+xml"/>
  <Override PartName="/ppt/tags/tag195.xml" ContentType="application/vnd.openxmlformats-officedocument.presentationml.tags+xml"/>
  <Override PartName="/ppt/tags/tag196.xml" ContentType="application/vnd.openxmlformats-officedocument.presentationml.tags+xml"/>
  <Override PartName="/ppt/tags/tag197.xml" ContentType="application/vnd.openxmlformats-officedocument.presentationml.tags+xml"/>
  <Override PartName="/ppt/tags/tag198.xml" ContentType="application/vnd.openxmlformats-officedocument.presentationml.tags+xml"/>
  <Override PartName="/ppt/tags/tag19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00.xml" ContentType="application/vnd.openxmlformats-officedocument.presentationml.tags+xml"/>
  <Override PartName="/ppt/tags/tag201.xml" ContentType="application/vnd.openxmlformats-officedocument.presentationml.tags+xml"/>
  <Override PartName="/ppt/tags/tag202.xml" ContentType="application/vnd.openxmlformats-officedocument.presentationml.tags+xml"/>
  <Override PartName="/ppt/tags/tag203.xml" ContentType="application/vnd.openxmlformats-officedocument.presentationml.tags+xml"/>
  <Override PartName="/ppt/tags/tag204.xml" ContentType="application/vnd.openxmlformats-officedocument.presentationml.tags+xml"/>
  <Override PartName="/ppt/tags/tag205.xml" ContentType="application/vnd.openxmlformats-officedocument.presentationml.tags+xml"/>
  <Override PartName="/ppt/tags/tag206.xml" ContentType="application/vnd.openxmlformats-officedocument.presentationml.tags+xml"/>
  <Override PartName="/ppt/tags/tag207.xml" ContentType="application/vnd.openxmlformats-officedocument.presentationml.tags+xml"/>
  <Override PartName="/ppt/tags/tag208.xml" ContentType="application/vnd.openxmlformats-officedocument.presentationml.tags+xml"/>
  <Override PartName="/ppt/tags/tag209.xml" ContentType="application/vnd.openxmlformats-officedocument.presentationml.tags+xml"/>
  <Override PartName="/ppt/tags/tag21.xml" ContentType="application/vnd.openxmlformats-officedocument.presentationml.tags+xml"/>
  <Override PartName="/ppt/tags/tag210.xml" ContentType="application/vnd.openxmlformats-officedocument.presentationml.tags+xml"/>
  <Override PartName="/ppt/tags/tag211.xml" ContentType="application/vnd.openxmlformats-officedocument.presentationml.tags+xml"/>
  <Override PartName="/ppt/tags/tag212.xml" ContentType="application/vnd.openxmlformats-officedocument.presentationml.tags+xml"/>
  <Override PartName="/ppt/tags/tag213.xml" ContentType="application/vnd.openxmlformats-officedocument.presentationml.tags+xml"/>
  <Override PartName="/ppt/tags/tag214.xml" ContentType="application/vnd.openxmlformats-officedocument.presentationml.tags+xml"/>
  <Override PartName="/ppt/tags/tag215.xml" ContentType="application/vnd.openxmlformats-officedocument.presentationml.tags+xml"/>
  <Override PartName="/ppt/tags/tag216.xml" ContentType="application/vnd.openxmlformats-officedocument.presentationml.tags+xml"/>
  <Override PartName="/ppt/tags/tag217.xml" ContentType="application/vnd.openxmlformats-officedocument.presentationml.tags+xml"/>
  <Override PartName="/ppt/tags/tag218.xml" ContentType="application/vnd.openxmlformats-officedocument.presentationml.tags+xml"/>
  <Override PartName="/ppt/tags/tag219.xml" ContentType="application/vnd.openxmlformats-officedocument.presentationml.tags+xml"/>
  <Override PartName="/ppt/tags/tag22.xml" ContentType="application/vnd.openxmlformats-officedocument.presentationml.tags+xml"/>
  <Override PartName="/ppt/tags/tag220.xml" ContentType="application/vnd.openxmlformats-officedocument.presentationml.tags+xml"/>
  <Override PartName="/ppt/tags/tag221.xml" ContentType="application/vnd.openxmlformats-officedocument.presentationml.tags+xml"/>
  <Override PartName="/ppt/tags/tag222.xml" ContentType="application/vnd.openxmlformats-officedocument.presentationml.tags+xml"/>
  <Override PartName="/ppt/tags/tag223.xml" ContentType="application/vnd.openxmlformats-officedocument.presentationml.tags+xml"/>
  <Override PartName="/ppt/tags/tag224.xml" ContentType="application/vnd.openxmlformats-officedocument.presentationml.tags+xml"/>
  <Override PartName="/ppt/tags/tag225.xml" ContentType="application/vnd.openxmlformats-officedocument.presentationml.tags+xml"/>
  <Override PartName="/ppt/tags/tag226.xml" ContentType="application/vnd.openxmlformats-officedocument.presentationml.tags+xml"/>
  <Override PartName="/ppt/tags/tag227.xml" ContentType="application/vnd.openxmlformats-officedocument.presentationml.tags+xml"/>
  <Override PartName="/ppt/tags/tag228.xml" ContentType="application/vnd.openxmlformats-officedocument.presentationml.tags+xml"/>
  <Override PartName="/ppt/tags/tag229.xml" ContentType="application/vnd.openxmlformats-officedocument.presentationml.tags+xml"/>
  <Override PartName="/ppt/tags/tag23.xml" ContentType="application/vnd.openxmlformats-officedocument.presentationml.tags+xml"/>
  <Override PartName="/ppt/tags/tag230.xml" ContentType="application/vnd.openxmlformats-officedocument.presentationml.tags+xml"/>
  <Override PartName="/ppt/tags/tag231.xml" ContentType="application/vnd.openxmlformats-officedocument.presentationml.tags+xml"/>
  <Override PartName="/ppt/tags/tag232.xml" ContentType="application/vnd.openxmlformats-officedocument.presentationml.tags+xml"/>
  <Override PartName="/ppt/tags/tag233.xml" ContentType="application/vnd.openxmlformats-officedocument.presentationml.tags+xml"/>
  <Override PartName="/ppt/tags/tag234.xml" ContentType="application/vnd.openxmlformats-officedocument.presentationml.tags+xml"/>
  <Override PartName="/ppt/tags/tag235.xml" ContentType="application/vnd.openxmlformats-officedocument.presentationml.tags+xml"/>
  <Override PartName="/ppt/tags/tag236.xml" ContentType="application/vnd.openxmlformats-officedocument.presentationml.tags+xml"/>
  <Override PartName="/ppt/tags/tag237.xml" ContentType="application/vnd.openxmlformats-officedocument.presentationml.tags+xml"/>
  <Override PartName="/ppt/tags/tag238.xml" ContentType="application/vnd.openxmlformats-officedocument.presentationml.tags+xml"/>
  <Override PartName="/ppt/tags/tag239.xml" ContentType="application/vnd.openxmlformats-officedocument.presentationml.tags+xml"/>
  <Override PartName="/ppt/tags/tag24.xml" ContentType="application/vnd.openxmlformats-officedocument.presentationml.tags+xml"/>
  <Override PartName="/ppt/tags/tag240.xml" ContentType="application/vnd.openxmlformats-officedocument.presentationml.tags+xml"/>
  <Override PartName="/ppt/tags/tag241.xml" ContentType="application/vnd.openxmlformats-officedocument.presentationml.tags+xml"/>
  <Override PartName="/ppt/tags/tag242.xml" ContentType="application/vnd.openxmlformats-officedocument.presentationml.tags+xml"/>
  <Override PartName="/ppt/tags/tag243.xml" ContentType="application/vnd.openxmlformats-officedocument.presentationml.tags+xml"/>
  <Override PartName="/ppt/tags/tag244.xml" ContentType="application/vnd.openxmlformats-officedocument.presentationml.tags+xml"/>
  <Override PartName="/ppt/tags/tag245.xml" ContentType="application/vnd.openxmlformats-officedocument.presentationml.tags+xml"/>
  <Override PartName="/ppt/tags/tag246.xml" ContentType="application/vnd.openxmlformats-officedocument.presentationml.tags+xml"/>
  <Override PartName="/ppt/tags/tag247.xml" ContentType="application/vnd.openxmlformats-officedocument.presentationml.tags+xml"/>
  <Override PartName="/ppt/tags/tag248.xml" ContentType="application/vnd.openxmlformats-officedocument.presentationml.tags+xml"/>
  <Override PartName="/ppt/tags/tag249.xml" ContentType="application/vnd.openxmlformats-officedocument.presentationml.tags+xml"/>
  <Override PartName="/ppt/tags/tag25.xml" ContentType="application/vnd.openxmlformats-officedocument.presentationml.tags+xml"/>
  <Override PartName="/ppt/tags/tag250.xml" ContentType="application/vnd.openxmlformats-officedocument.presentationml.tags+xml"/>
  <Override PartName="/ppt/tags/tag251.xml" ContentType="application/vnd.openxmlformats-officedocument.presentationml.tags+xml"/>
  <Override PartName="/ppt/tags/tag252.xml" ContentType="application/vnd.openxmlformats-officedocument.presentationml.tags+xml"/>
  <Override PartName="/ppt/tags/tag253.xml" ContentType="application/vnd.openxmlformats-officedocument.presentationml.tags+xml"/>
  <Override PartName="/ppt/tags/tag254.xml" ContentType="application/vnd.openxmlformats-officedocument.presentationml.tags+xml"/>
  <Override PartName="/ppt/tags/tag255.xml" ContentType="application/vnd.openxmlformats-officedocument.presentationml.tags+xml"/>
  <Override PartName="/ppt/tags/tag256.xml" ContentType="application/vnd.openxmlformats-officedocument.presentationml.tags+xml"/>
  <Override PartName="/ppt/tags/tag257.xml" ContentType="application/vnd.openxmlformats-officedocument.presentationml.tags+xml"/>
  <Override PartName="/ppt/tags/tag258.xml" ContentType="application/vnd.openxmlformats-officedocument.presentationml.tags+xml"/>
  <Override PartName="/ppt/tags/tag259.xml" ContentType="application/vnd.openxmlformats-officedocument.presentationml.tags+xml"/>
  <Override PartName="/ppt/tags/tag26.xml" ContentType="application/vnd.openxmlformats-officedocument.presentationml.tags+xml"/>
  <Override PartName="/ppt/tags/tag260.xml" ContentType="application/vnd.openxmlformats-officedocument.presentationml.tags+xml"/>
  <Override PartName="/ppt/tags/tag261.xml" ContentType="application/vnd.openxmlformats-officedocument.presentationml.tags+xml"/>
  <Override PartName="/ppt/tags/tag262.xml" ContentType="application/vnd.openxmlformats-officedocument.presentationml.tags+xml"/>
  <Override PartName="/ppt/tags/tag263.xml" ContentType="application/vnd.openxmlformats-officedocument.presentationml.tags+xml"/>
  <Override PartName="/ppt/tags/tag264.xml" ContentType="application/vnd.openxmlformats-officedocument.presentationml.tags+xml"/>
  <Override PartName="/ppt/tags/tag265.xml" ContentType="application/vnd.openxmlformats-officedocument.presentationml.tags+xml"/>
  <Override PartName="/ppt/tags/tag266.xml" ContentType="application/vnd.openxmlformats-officedocument.presentationml.tags+xml"/>
  <Override PartName="/ppt/tags/tag267.xml" ContentType="application/vnd.openxmlformats-officedocument.presentationml.tags+xml"/>
  <Override PartName="/ppt/tags/tag268.xml" ContentType="application/vnd.openxmlformats-officedocument.presentationml.tags+xml"/>
  <Override PartName="/ppt/tags/tag269.xml" ContentType="application/vnd.openxmlformats-officedocument.presentationml.tags+xml"/>
  <Override PartName="/ppt/tags/tag27.xml" ContentType="application/vnd.openxmlformats-officedocument.presentationml.tags+xml"/>
  <Override PartName="/ppt/tags/tag270.xml" ContentType="application/vnd.openxmlformats-officedocument.presentationml.tags+xml"/>
  <Override PartName="/ppt/tags/tag271.xml" ContentType="application/vnd.openxmlformats-officedocument.presentationml.tags+xml"/>
  <Override PartName="/ppt/tags/tag272.xml" ContentType="application/vnd.openxmlformats-officedocument.presentationml.tags+xml"/>
  <Override PartName="/ppt/tags/tag273.xml" ContentType="application/vnd.openxmlformats-officedocument.presentationml.tags+xml"/>
  <Override PartName="/ppt/tags/tag274.xml" ContentType="application/vnd.openxmlformats-officedocument.presentationml.tags+xml"/>
  <Override PartName="/ppt/tags/tag275.xml" ContentType="application/vnd.openxmlformats-officedocument.presentationml.tags+xml"/>
  <Override PartName="/ppt/tags/tag276.xml" ContentType="application/vnd.openxmlformats-officedocument.presentationml.tags+xml"/>
  <Override PartName="/ppt/tags/tag277.xml" ContentType="application/vnd.openxmlformats-officedocument.presentationml.tags+xml"/>
  <Override PartName="/ppt/tags/tag278.xml" ContentType="application/vnd.openxmlformats-officedocument.presentationml.tags+xml"/>
  <Override PartName="/ppt/tags/tag279.xml" ContentType="application/vnd.openxmlformats-officedocument.presentationml.tags+xml"/>
  <Override PartName="/ppt/tags/tag28.xml" ContentType="application/vnd.openxmlformats-officedocument.presentationml.tags+xml"/>
  <Override PartName="/ppt/tags/tag280.xml" ContentType="application/vnd.openxmlformats-officedocument.presentationml.tags+xml"/>
  <Override PartName="/ppt/tags/tag281.xml" ContentType="application/vnd.openxmlformats-officedocument.presentationml.tags+xml"/>
  <Override PartName="/ppt/tags/tag282.xml" ContentType="application/vnd.openxmlformats-officedocument.presentationml.tags+xml"/>
  <Override PartName="/ppt/tags/tag283.xml" ContentType="application/vnd.openxmlformats-officedocument.presentationml.tags+xml"/>
  <Override PartName="/ppt/tags/tag284.xml" ContentType="application/vnd.openxmlformats-officedocument.presentationml.tags+xml"/>
  <Override PartName="/ppt/tags/tag285.xml" ContentType="application/vnd.openxmlformats-officedocument.presentationml.tags+xml"/>
  <Override PartName="/ppt/tags/tag286.xml" ContentType="application/vnd.openxmlformats-officedocument.presentationml.tags+xml"/>
  <Override PartName="/ppt/tags/tag287.xml" ContentType="application/vnd.openxmlformats-officedocument.presentationml.tags+xml"/>
  <Override PartName="/ppt/tags/tag288.xml" ContentType="application/vnd.openxmlformats-officedocument.presentationml.tags+xml"/>
  <Override PartName="/ppt/tags/tag289.xml" ContentType="application/vnd.openxmlformats-officedocument.presentationml.tags+xml"/>
  <Override PartName="/ppt/tags/tag29.xml" ContentType="application/vnd.openxmlformats-officedocument.presentationml.tags+xml"/>
  <Override PartName="/ppt/tags/tag290.xml" ContentType="application/vnd.openxmlformats-officedocument.presentationml.tags+xml"/>
  <Override PartName="/ppt/tags/tag291.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59" r:id="rId3"/>
  </p:sldMasterIdLst>
  <p:notesMasterIdLst>
    <p:notesMasterId r:id="rId5"/>
  </p:notesMasterIdLst>
  <p:handoutMasterIdLst>
    <p:handoutMasterId r:id="rId13"/>
  </p:handoutMasterIdLst>
  <p:sldIdLst>
    <p:sldId id="257" r:id="rId4"/>
    <p:sldId id="258" r:id="rId6"/>
    <p:sldId id="259" r:id="rId7"/>
    <p:sldId id="260" r:id="rId8"/>
    <p:sldId id="261" r:id="rId9"/>
    <p:sldId id="262" r:id="rId10"/>
    <p:sldId id="263" r:id="rId11"/>
    <p:sldId id="264" r:id="rId12"/>
  </p:sldIdLst>
  <p:sldSz cx="12192000" cy="6858000"/>
  <p:notesSz cx="7103745" cy="10234295"/>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59" userDrawn="1">
          <p15:clr>
            <a:srgbClr val="A4A3A4"/>
          </p15:clr>
        </p15:guide>
        <p15:guide id="2" pos="3832"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2" name="作者" initials="A" lastIdx="0" clrIdx="1"/>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B2B2B2"/>
    <a:srgbClr val="202020"/>
    <a:srgbClr val="323232"/>
    <a:srgbClr val="CC3300"/>
    <a:srgbClr val="CC0000"/>
    <a:srgbClr val="FF3300"/>
    <a:srgbClr val="990000"/>
    <a:srgbClr val="FF8D41"/>
    <a:srgbClr val="FF66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2278" autoAdjust="0"/>
    <p:restoredTop sz="94660"/>
  </p:normalViewPr>
  <p:slideViewPr>
    <p:cSldViewPr snapToGrid="0" showGuides="1">
      <p:cViewPr varScale="1">
        <p:scale>
          <a:sx n="75" d="100"/>
          <a:sy n="75" d="100"/>
        </p:scale>
        <p:origin x="90" y="96"/>
      </p:cViewPr>
      <p:guideLst>
        <p:guide orient="horz" pos="2159"/>
        <p:guide pos="3832"/>
      </p:guideLst>
    </p:cSldViewPr>
  </p:slideViewPr>
  <p:notesTextViewPr>
    <p:cViewPr>
      <p:scale>
        <a:sx n="3" d="2"/>
        <a:sy n="3" d="2"/>
      </p:scale>
      <p:origin x="0" y="0"/>
    </p:cViewPr>
  </p:notesTextViewPr>
  <p:gridSpacing cx="72000" cy="72000"/>
</p:viewPr>
</file>

<file path=ppt/_rels/presentation.xml.rels><?xml version="1.0" encoding="UTF-8" standalone="yes"?>
<Relationships xmlns="http://schemas.openxmlformats.org/package/2006/relationships"><Relationship Id="rId9" Type="http://schemas.openxmlformats.org/officeDocument/2006/relationships/slide" Target="slides/slide5.xml"/><Relationship Id="rId8" Type="http://schemas.openxmlformats.org/officeDocument/2006/relationships/slide" Target="slides/slide4.xml"/><Relationship Id="rId7" Type="http://schemas.openxmlformats.org/officeDocument/2006/relationships/slide" Target="slides/slide3.xml"/><Relationship Id="rId6" Type="http://schemas.openxmlformats.org/officeDocument/2006/relationships/slide" Target="slides/slide2.xml"/><Relationship Id="rId5" Type="http://schemas.openxmlformats.org/officeDocument/2006/relationships/notesMaster" Target="notesMasters/notesMaster1.xml"/><Relationship Id="rId4" Type="http://schemas.openxmlformats.org/officeDocument/2006/relationships/slide" Target="slides/slide1.xml"/><Relationship Id="rId3" Type="http://schemas.openxmlformats.org/officeDocument/2006/relationships/slideMaster" Target="slideMasters/slideMaster2.xml"/><Relationship Id="rId2" Type="http://schemas.openxmlformats.org/officeDocument/2006/relationships/theme" Target="theme/theme1.xml"/><Relationship Id="rId17" Type="http://schemas.openxmlformats.org/officeDocument/2006/relationships/commentAuthors" Target="commentAuthors.xml"/><Relationship Id="rId16" Type="http://schemas.openxmlformats.org/officeDocument/2006/relationships/tableStyles" Target="tableStyles.xml"/><Relationship Id="rId15" Type="http://schemas.openxmlformats.org/officeDocument/2006/relationships/viewProps" Target="viewProps.xml"/><Relationship Id="rId14" Type="http://schemas.openxmlformats.org/officeDocument/2006/relationships/presProps" Target="presProps.xml"/><Relationship Id="rId13" Type="http://schemas.openxmlformats.org/officeDocument/2006/relationships/handoutMaster" Target="handoutMasters/handoutMaster1.xml"/><Relationship Id="rId12" Type="http://schemas.openxmlformats.org/officeDocument/2006/relationships/slide" Target="slides/slide8.xml"/><Relationship Id="rId11" Type="http://schemas.openxmlformats.org/officeDocument/2006/relationships/slide" Target="slides/slide7.xml"/><Relationship Id="rId10" Type="http://schemas.openxmlformats.org/officeDocument/2006/relationships/slide" Target="slides/slide6.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290" cy="513492"/>
          </a:xfrm>
          <a:prstGeom prst="rect">
            <a:avLst/>
          </a:prstGeom>
        </p:spPr>
        <p:txBody>
          <a:bodyPr vert="horz" lIns="91440" tIns="45720" rIns="91440" bIns="45720" rtlCol="0"/>
          <a:lstStyle>
            <a:lvl1pPr algn="l">
              <a:defRPr sz="1245"/>
            </a:lvl1pPr>
          </a:lstStyle>
          <a:p>
            <a:endParaRPr lang="zh-CN" altLang="en-US"/>
          </a:p>
        </p:txBody>
      </p:sp>
      <p:sp>
        <p:nvSpPr>
          <p:cNvPr id="3" name="日期占位符 2"/>
          <p:cNvSpPr>
            <a:spLocks noGrp="1"/>
          </p:cNvSpPr>
          <p:nvPr>
            <p:ph type="dt" sz="quarter" idx="1"/>
          </p:nvPr>
        </p:nvSpPr>
        <p:spPr>
          <a:xfrm>
            <a:off x="4023812" y="0"/>
            <a:ext cx="3078290" cy="513492"/>
          </a:xfrm>
          <a:prstGeom prst="rect">
            <a:avLst/>
          </a:prstGeom>
        </p:spPr>
        <p:txBody>
          <a:bodyPr vert="horz" lIns="91440" tIns="45720" rIns="91440" bIns="45720" rtlCol="0"/>
          <a:lstStyle>
            <a:lvl1pPr algn="r">
              <a:defRPr sz="1245"/>
            </a:lvl1pPr>
          </a:lstStyle>
          <a:p>
            <a:fld id="{0F9B84EA-7D68-4D60-9CB1-D50884785D1C}" type="datetimeFigureOut">
              <a:rPr lang="zh-CN" altLang="en-US" smtClean="0"/>
            </a:fld>
            <a:endParaRPr lang="zh-CN" altLang="en-US"/>
          </a:p>
        </p:txBody>
      </p:sp>
      <p:sp>
        <p:nvSpPr>
          <p:cNvPr id="4" name="页脚占位符 3"/>
          <p:cNvSpPr>
            <a:spLocks noGrp="1"/>
          </p:cNvSpPr>
          <p:nvPr>
            <p:ph type="ftr" sz="quarter" idx="2"/>
          </p:nvPr>
        </p:nvSpPr>
        <p:spPr>
          <a:xfrm>
            <a:off x="0" y="9720804"/>
            <a:ext cx="3078290" cy="513491"/>
          </a:xfrm>
          <a:prstGeom prst="rect">
            <a:avLst/>
          </a:prstGeom>
        </p:spPr>
        <p:txBody>
          <a:bodyPr vert="horz" lIns="91440" tIns="45720" rIns="91440" bIns="45720" rtlCol="0" anchor="b"/>
          <a:lstStyle>
            <a:lvl1pPr algn="l">
              <a:defRPr sz="1245"/>
            </a:lvl1pPr>
          </a:lstStyle>
          <a:p>
            <a:endParaRPr lang="zh-CN" altLang="en-US"/>
          </a:p>
        </p:txBody>
      </p:sp>
      <p:sp>
        <p:nvSpPr>
          <p:cNvPr id="5" name="灯片编号占位符 4"/>
          <p:cNvSpPr>
            <a:spLocks noGrp="1"/>
          </p:cNvSpPr>
          <p:nvPr>
            <p:ph type="sldNum" sz="quarter" idx="3"/>
          </p:nvPr>
        </p:nvSpPr>
        <p:spPr>
          <a:xfrm>
            <a:off x="4023812" y="9720804"/>
            <a:ext cx="3078290" cy="513491"/>
          </a:xfrm>
          <a:prstGeom prst="rect">
            <a:avLst/>
          </a:prstGeom>
        </p:spPr>
        <p:txBody>
          <a:bodyPr vert="horz" lIns="91440" tIns="45720" rIns="91440" bIns="45720" rtlCol="0" anchor="b"/>
          <a:lstStyle>
            <a:lvl1pPr algn="r">
              <a:defRPr sz="1245"/>
            </a:lvl1pPr>
          </a:lstStyle>
          <a:p>
            <a:fld id="{8D4E0FC9-F1F8-4FAE-9988-3BA365CFD46F}" type="slidenum">
              <a:rPr lang="zh-CN" altLang="en-US" smtClean="0"/>
            </a:fld>
            <a:endParaRPr lang="zh-CN" altLang="en-US"/>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3078163" cy="512763"/>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4024313" y="0"/>
            <a:ext cx="3078162" cy="512763"/>
          </a:xfrm>
          <a:prstGeom prst="rect">
            <a:avLst/>
          </a:prstGeom>
        </p:spPr>
        <p:txBody>
          <a:bodyPr vert="horz" lIns="91440" tIns="45720" rIns="91440" bIns="45720" rtlCol="0"/>
          <a:lstStyle>
            <a:lvl1pPr algn="r">
              <a:defRPr sz="1200"/>
            </a:lvl1pPr>
          </a:lstStyle>
          <a:p>
            <a:fld id="{D6C8D182-E4C8-4120-9249-FC9774456FF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482600" y="1279525"/>
            <a:ext cx="6140450" cy="34544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711200" y="4926013"/>
            <a:ext cx="5683250" cy="4029075"/>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9721850"/>
            <a:ext cx="3078163" cy="512763"/>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4024313" y="9721850"/>
            <a:ext cx="3078162" cy="512763"/>
          </a:xfrm>
          <a:prstGeom prst="rect">
            <a:avLst/>
          </a:prstGeom>
        </p:spPr>
        <p:txBody>
          <a:bodyPr vert="horz" lIns="91440" tIns="45720" rIns="91440" bIns="45720" rtlCol="0" anchor="b"/>
          <a:lstStyle>
            <a:lvl1pPr algn="r">
              <a:defRPr sz="1200"/>
            </a:lvl1pPr>
          </a:lstStyle>
          <a:p>
            <a:fld id="{85D0DACE-38E0-42D2-9336-2B707D34BC6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idx="2"/>
          </p:nvPr>
        </p:nvSpPr>
        <p:spPr/>
      </p:sp>
      <p:sp>
        <p:nvSpPr>
          <p:cNvPr id="3" name="文本占位符 2"/>
          <p:cNvSpPr>
            <a:spLocks noGrp="1"/>
          </p:cNvSpPr>
          <p:nvPr>
            <p:ph type="body" idx="3"/>
          </p:nvPr>
        </p:nvSpPr>
        <p:spPr/>
        <p:txBody>
          <a:bodyPr/>
          <a:lstStyle/>
          <a:p>
            <a:endParaRPr lang="zh-CN" alt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5849F42C-2DAE-424C-A4B8-3140182C3E9F}"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9" Type="http://schemas.openxmlformats.org/officeDocument/2006/relationships/tags" Target="../tags/tag8.xml"/><Relationship Id="rId8" Type="http://schemas.openxmlformats.org/officeDocument/2006/relationships/tags" Target="../tags/tag7.xml"/><Relationship Id="rId7" Type="http://schemas.openxmlformats.org/officeDocument/2006/relationships/tags" Target="../tags/tag6.xml"/><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6" Type="http://schemas.openxmlformats.org/officeDocument/2006/relationships/tags" Target="../tags/tag15.xml"/><Relationship Id="rId15" Type="http://schemas.openxmlformats.org/officeDocument/2006/relationships/tags" Target="../tags/tag14.xml"/><Relationship Id="rId14" Type="http://schemas.openxmlformats.org/officeDocument/2006/relationships/tags" Target="../tags/tag13.xml"/><Relationship Id="rId13" Type="http://schemas.openxmlformats.org/officeDocument/2006/relationships/tags" Target="../tags/tag12.xml"/><Relationship Id="rId12" Type="http://schemas.openxmlformats.org/officeDocument/2006/relationships/tags" Target="../tags/tag11.xml"/><Relationship Id="rId11" Type="http://schemas.openxmlformats.org/officeDocument/2006/relationships/tags" Target="../tags/tag10.xml"/><Relationship Id="rId10" Type="http://schemas.openxmlformats.org/officeDocument/2006/relationships/tags" Target="../tags/tag9.xml"/><Relationship Id="rId1" Type="http://schemas.openxmlformats.org/officeDocument/2006/relationships/slideMaster" Target="../slideMasters/slideMaster2.xml"/></Relationships>
</file>

<file path=ppt/slideLayouts/_rels/slideLayout12.xml.rels><?xml version="1.0" encoding="UTF-8" standalone="yes"?>
<Relationships xmlns="http://schemas.openxmlformats.org/package/2006/relationships"><Relationship Id="rId9" Type="http://schemas.openxmlformats.org/officeDocument/2006/relationships/tags" Target="../tags/tag23.xml"/><Relationship Id="rId8" Type="http://schemas.openxmlformats.org/officeDocument/2006/relationships/tags" Target="../tags/tag22.xml"/><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1" Type="http://schemas.openxmlformats.org/officeDocument/2006/relationships/tags" Target="../tags/tag25.xml"/><Relationship Id="rId10" Type="http://schemas.openxmlformats.org/officeDocument/2006/relationships/tags" Target="../tags/tag24.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9" Type="http://schemas.openxmlformats.org/officeDocument/2006/relationships/tags" Target="../tags/tag33.xml"/><Relationship Id="rId8" Type="http://schemas.openxmlformats.org/officeDocument/2006/relationships/tags" Target="../tags/tag32.xml"/><Relationship Id="rId7" Type="http://schemas.openxmlformats.org/officeDocument/2006/relationships/tags" Target="../tags/tag31.xml"/><Relationship Id="rId6" Type="http://schemas.openxmlformats.org/officeDocument/2006/relationships/tags" Target="../tags/tag30.xml"/><Relationship Id="rId5" Type="http://schemas.openxmlformats.org/officeDocument/2006/relationships/tags" Target="../tags/tag29.xml"/><Relationship Id="rId4" Type="http://schemas.openxmlformats.org/officeDocument/2006/relationships/tags" Target="../tags/tag28.xml"/><Relationship Id="rId3" Type="http://schemas.openxmlformats.org/officeDocument/2006/relationships/tags" Target="../tags/tag27.xml"/><Relationship Id="rId2" Type="http://schemas.openxmlformats.org/officeDocument/2006/relationships/tags" Target="../tags/tag26.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9" Type="http://schemas.openxmlformats.org/officeDocument/2006/relationships/tags" Target="../tags/tag41.xml"/><Relationship Id="rId8" Type="http://schemas.openxmlformats.org/officeDocument/2006/relationships/tags" Target="../tags/tag40.xml"/><Relationship Id="rId7" Type="http://schemas.openxmlformats.org/officeDocument/2006/relationships/tags" Target="../tags/tag39.xml"/><Relationship Id="rId6" Type="http://schemas.openxmlformats.org/officeDocument/2006/relationships/tags" Target="../tags/tag38.xml"/><Relationship Id="rId5" Type="http://schemas.openxmlformats.org/officeDocument/2006/relationships/tags" Target="../tags/tag37.xml"/><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2" Type="http://schemas.openxmlformats.org/officeDocument/2006/relationships/tags" Target="../tags/tag44.xml"/><Relationship Id="rId11" Type="http://schemas.openxmlformats.org/officeDocument/2006/relationships/tags" Target="../tags/tag43.xml"/><Relationship Id="rId10" Type="http://schemas.openxmlformats.org/officeDocument/2006/relationships/tags" Target="../tags/tag42.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9" Type="http://schemas.openxmlformats.org/officeDocument/2006/relationships/tags" Target="../tags/tag52.xml"/><Relationship Id="rId8" Type="http://schemas.openxmlformats.org/officeDocument/2006/relationships/tags" Target="../tags/tag51.xml"/><Relationship Id="rId7" Type="http://schemas.openxmlformats.org/officeDocument/2006/relationships/tags" Target="../tags/tag50.xml"/><Relationship Id="rId6" Type="http://schemas.openxmlformats.org/officeDocument/2006/relationships/tags" Target="../tags/tag49.xml"/><Relationship Id="rId5" Type="http://schemas.openxmlformats.org/officeDocument/2006/relationships/tags" Target="../tags/tag48.xml"/><Relationship Id="rId4" Type="http://schemas.openxmlformats.org/officeDocument/2006/relationships/tags" Target="../tags/tag47.xml"/><Relationship Id="rId3" Type="http://schemas.openxmlformats.org/officeDocument/2006/relationships/tags" Target="../tags/tag46.xml"/><Relationship Id="rId2" Type="http://schemas.openxmlformats.org/officeDocument/2006/relationships/tags" Target="../tags/tag45.xml"/><Relationship Id="rId14" Type="http://schemas.openxmlformats.org/officeDocument/2006/relationships/tags" Target="../tags/tag57.xml"/><Relationship Id="rId13" Type="http://schemas.openxmlformats.org/officeDocument/2006/relationships/tags" Target="../tags/tag56.xml"/><Relationship Id="rId12" Type="http://schemas.openxmlformats.org/officeDocument/2006/relationships/tags" Target="../tags/tag55.xml"/><Relationship Id="rId11" Type="http://schemas.openxmlformats.org/officeDocument/2006/relationships/tags" Target="../tags/tag54.xml"/><Relationship Id="rId10" Type="http://schemas.openxmlformats.org/officeDocument/2006/relationships/tags" Target="../tags/tag53.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9" Type="http://schemas.openxmlformats.org/officeDocument/2006/relationships/tags" Target="../tags/tag65.xml"/><Relationship Id="rId8" Type="http://schemas.openxmlformats.org/officeDocument/2006/relationships/tags" Target="../tags/tag64.xml"/><Relationship Id="rId7" Type="http://schemas.openxmlformats.org/officeDocument/2006/relationships/tags" Target="../tags/tag63.xml"/><Relationship Id="rId6" Type="http://schemas.openxmlformats.org/officeDocument/2006/relationships/tags" Target="../tags/tag62.xml"/><Relationship Id="rId5" Type="http://schemas.openxmlformats.org/officeDocument/2006/relationships/tags" Target="../tags/tag61.xml"/><Relationship Id="rId4" Type="http://schemas.openxmlformats.org/officeDocument/2006/relationships/tags" Target="../tags/tag60.xml"/><Relationship Id="rId3" Type="http://schemas.openxmlformats.org/officeDocument/2006/relationships/tags" Target="../tags/tag59.xml"/><Relationship Id="rId2" Type="http://schemas.openxmlformats.org/officeDocument/2006/relationships/tags" Target="../tags/tag58.xml"/><Relationship Id="rId12" Type="http://schemas.openxmlformats.org/officeDocument/2006/relationships/tags" Target="../tags/tag68.xml"/><Relationship Id="rId11" Type="http://schemas.openxmlformats.org/officeDocument/2006/relationships/tags" Target="../tags/tag67.xml"/><Relationship Id="rId10" Type="http://schemas.openxmlformats.org/officeDocument/2006/relationships/tags" Target="../tags/tag66.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4" Type="http://schemas.openxmlformats.org/officeDocument/2006/relationships/tags" Target="../tags/tag71.xml"/><Relationship Id="rId3" Type="http://schemas.openxmlformats.org/officeDocument/2006/relationships/tags" Target="../tags/tag70.xml"/><Relationship Id="rId2" Type="http://schemas.openxmlformats.org/officeDocument/2006/relationships/tags" Target="../tags/tag69.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9" Type="http://schemas.openxmlformats.org/officeDocument/2006/relationships/tags" Target="../tags/tag79.xml"/><Relationship Id="rId8" Type="http://schemas.openxmlformats.org/officeDocument/2006/relationships/tags" Target="../tags/tag78.xml"/><Relationship Id="rId7" Type="http://schemas.openxmlformats.org/officeDocument/2006/relationships/tags" Target="../tags/tag77.xml"/><Relationship Id="rId6" Type="http://schemas.openxmlformats.org/officeDocument/2006/relationships/tags" Target="../tags/tag76.xml"/><Relationship Id="rId5" Type="http://schemas.openxmlformats.org/officeDocument/2006/relationships/tags" Target="../tags/tag75.xml"/><Relationship Id="rId4" Type="http://schemas.openxmlformats.org/officeDocument/2006/relationships/tags" Target="../tags/tag74.xml"/><Relationship Id="rId3" Type="http://schemas.openxmlformats.org/officeDocument/2006/relationships/tags" Target="../tags/tag73.xml"/><Relationship Id="rId2" Type="http://schemas.openxmlformats.org/officeDocument/2006/relationships/tags" Target="../tags/tag72.xml"/><Relationship Id="rId12" Type="http://schemas.openxmlformats.org/officeDocument/2006/relationships/tags" Target="../tags/tag82.xml"/><Relationship Id="rId11" Type="http://schemas.openxmlformats.org/officeDocument/2006/relationships/tags" Target="../tags/tag81.xml"/><Relationship Id="rId10" Type="http://schemas.openxmlformats.org/officeDocument/2006/relationships/tags" Target="../tags/tag80.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9" Type="http://schemas.openxmlformats.org/officeDocument/2006/relationships/tags" Target="../tags/tag90.xml"/><Relationship Id="rId8" Type="http://schemas.openxmlformats.org/officeDocument/2006/relationships/tags" Target="../tags/tag89.xml"/><Relationship Id="rId7" Type="http://schemas.openxmlformats.org/officeDocument/2006/relationships/tags" Target="../tags/tag88.xml"/><Relationship Id="rId6" Type="http://schemas.openxmlformats.org/officeDocument/2006/relationships/tags" Target="../tags/tag87.xml"/><Relationship Id="rId5" Type="http://schemas.openxmlformats.org/officeDocument/2006/relationships/tags" Target="../tags/tag86.xml"/><Relationship Id="rId4" Type="http://schemas.openxmlformats.org/officeDocument/2006/relationships/tags" Target="../tags/tag85.xml"/><Relationship Id="rId3" Type="http://schemas.openxmlformats.org/officeDocument/2006/relationships/tags" Target="../tags/tag84.xml"/><Relationship Id="rId2" Type="http://schemas.openxmlformats.org/officeDocument/2006/relationships/tags" Target="../tags/tag83.xml"/><Relationship Id="rId11" Type="http://schemas.openxmlformats.org/officeDocument/2006/relationships/tags" Target="../tags/tag92.xml"/><Relationship Id="rId10" Type="http://schemas.openxmlformats.org/officeDocument/2006/relationships/tags" Target="../tags/tag91.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9" Type="http://schemas.openxmlformats.org/officeDocument/2006/relationships/tags" Target="../tags/tag100.xml"/><Relationship Id="rId8" Type="http://schemas.openxmlformats.org/officeDocument/2006/relationships/tags" Target="../tags/tag99.xml"/><Relationship Id="rId7" Type="http://schemas.openxmlformats.org/officeDocument/2006/relationships/tags" Target="../tags/tag98.xml"/><Relationship Id="rId6" Type="http://schemas.openxmlformats.org/officeDocument/2006/relationships/tags" Target="../tags/tag97.xml"/><Relationship Id="rId5" Type="http://schemas.openxmlformats.org/officeDocument/2006/relationships/tags" Target="../tags/tag96.xml"/><Relationship Id="rId4" Type="http://schemas.openxmlformats.org/officeDocument/2006/relationships/tags" Target="../tags/tag95.xml"/><Relationship Id="rId3" Type="http://schemas.openxmlformats.org/officeDocument/2006/relationships/tags" Target="../tags/tag94.xml"/><Relationship Id="rId2" Type="http://schemas.openxmlformats.org/officeDocument/2006/relationships/tags" Target="../tags/tag93.xml"/><Relationship Id="rId10" Type="http://schemas.openxmlformats.org/officeDocument/2006/relationships/tags" Target="../tags/tag101.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9" Type="http://schemas.openxmlformats.org/officeDocument/2006/relationships/tags" Target="../tags/tag109.xml"/><Relationship Id="rId8" Type="http://schemas.openxmlformats.org/officeDocument/2006/relationships/tags" Target="../tags/tag108.xml"/><Relationship Id="rId7" Type="http://schemas.openxmlformats.org/officeDocument/2006/relationships/tags" Target="../tags/tag107.xml"/><Relationship Id="rId6" Type="http://schemas.openxmlformats.org/officeDocument/2006/relationships/tags" Target="../tags/tag106.xml"/><Relationship Id="rId5" Type="http://schemas.openxmlformats.org/officeDocument/2006/relationships/tags" Target="../tags/tag105.xml"/><Relationship Id="rId4" Type="http://schemas.openxmlformats.org/officeDocument/2006/relationships/tags" Target="../tags/tag104.xml"/><Relationship Id="rId3" Type="http://schemas.openxmlformats.org/officeDocument/2006/relationships/tags" Target="../tags/tag103.xml"/><Relationship Id="rId2" Type="http://schemas.openxmlformats.org/officeDocument/2006/relationships/tags" Target="../tags/tag102.xml"/><Relationship Id="rId16" Type="http://schemas.openxmlformats.org/officeDocument/2006/relationships/tags" Target="../tags/tag116.xml"/><Relationship Id="rId15" Type="http://schemas.openxmlformats.org/officeDocument/2006/relationships/tags" Target="../tags/tag115.xml"/><Relationship Id="rId14" Type="http://schemas.openxmlformats.org/officeDocument/2006/relationships/tags" Target="../tags/tag114.xml"/><Relationship Id="rId13" Type="http://schemas.openxmlformats.org/officeDocument/2006/relationships/tags" Target="../tags/tag113.xml"/><Relationship Id="rId12" Type="http://schemas.openxmlformats.org/officeDocument/2006/relationships/tags" Target="../tags/tag112.xml"/><Relationship Id="rId11" Type="http://schemas.openxmlformats.org/officeDocument/2006/relationships/tags" Target="../tags/tag111.xml"/><Relationship Id="rId10" Type="http://schemas.openxmlformats.org/officeDocument/2006/relationships/tags" Target="../tags/tag11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9" Type="http://schemas.openxmlformats.org/officeDocument/2006/relationships/tags" Target="../tags/tag124.xml"/><Relationship Id="rId8" Type="http://schemas.openxmlformats.org/officeDocument/2006/relationships/tags" Target="../tags/tag123.xml"/><Relationship Id="rId7" Type="http://schemas.openxmlformats.org/officeDocument/2006/relationships/tags" Target="../tags/tag122.xml"/><Relationship Id="rId6" Type="http://schemas.openxmlformats.org/officeDocument/2006/relationships/tags" Target="../tags/tag121.xml"/><Relationship Id="rId5" Type="http://schemas.openxmlformats.org/officeDocument/2006/relationships/tags" Target="../tags/tag120.xml"/><Relationship Id="rId4" Type="http://schemas.openxmlformats.org/officeDocument/2006/relationships/tags" Target="../tags/tag119.xml"/><Relationship Id="rId3" Type="http://schemas.openxmlformats.org/officeDocument/2006/relationships/tags" Target="../tags/tag118.xml"/><Relationship Id="rId2" Type="http://schemas.openxmlformats.org/officeDocument/2006/relationships/tags" Target="../tags/tag117.xml"/><Relationship Id="rId11" Type="http://schemas.openxmlformats.org/officeDocument/2006/relationships/tags" Target="../tags/tag126.xml"/><Relationship Id="rId10" Type="http://schemas.openxmlformats.org/officeDocument/2006/relationships/tags" Target="../tags/tag125.xml"/><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9" Type="http://schemas.openxmlformats.org/officeDocument/2006/relationships/tags" Target="../tags/tag134.xml"/><Relationship Id="rId8" Type="http://schemas.openxmlformats.org/officeDocument/2006/relationships/tags" Target="../tags/tag133.xml"/><Relationship Id="rId7" Type="http://schemas.openxmlformats.org/officeDocument/2006/relationships/tags" Target="../tags/tag132.xml"/><Relationship Id="rId6" Type="http://schemas.openxmlformats.org/officeDocument/2006/relationships/tags" Target="../tags/tag131.xml"/><Relationship Id="rId5" Type="http://schemas.openxmlformats.org/officeDocument/2006/relationships/tags" Target="../tags/tag130.xml"/><Relationship Id="rId4" Type="http://schemas.openxmlformats.org/officeDocument/2006/relationships/tags" Target="../tags/tag129.xml"/><Relationship Id="rId3" Type="http://schemas.openxmlformats.org/officeDocument/2006/relationships/tags" Target="../tags/tag128.xml"/><Relationship Id="rId2" Type="http://schemas.openxmlformats.org/officeDocument/2006/relationships/tags" Target="../tags/tag127.xml"/><Relationship Id="rId13" Type="http://schemas.openxmlformats.org/officeDocument/2006/relationships/tags" Target="../tags/tag138.xml"/><Relationship Id="rId12" Type="http://schemas.openxmlformats.org/officeDocument/2006/relationships/tags" Target="../tags/tag137.xml"/><Relationship Id="rId11" Type="http://schemas.openxmlformats.org/officeDocument/2006/relationships/tags" Target="../tags/tag136.xml"/><Relationship Id="rId10" Type="http://schemas.openxmlformats.org/officeDocument/2006/relationships/tags" Target="../tags/tag135.xml"/><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9" Type="http://schemas.openxmlformats.org/officeDocument/2006/relationships/tags" Target="../tags/tag146.xml"/><Relationship Id="rId8" Type="http://schemas.openxmlformats.org/officeDocument/2006/relationships/tags" Target="../tags/tag145.xml"/><Relationship Id="rId7" Type="http://schemas.openxmlformats.org/officeDocument/2006/relationships/tags" Target="../tags/tag144.xml"/><Relationship Id="rId6" Type="http://schemas.openxmlformats.org/officeDocument/2006/relationships/tags" Target="../tags/tag143.xml"/><Relationship Id="rId5" Type="http://schemas.openxmlformats.org/officeDocument/2006/relationships/tags" Target="../tags/tag142.xml"/><Relationship Id="rId4" Type="http://schemas.openxmlformats.org/officeDocument/2006/relationships/tags" Target="../tags/tag141.xml"/><Relationship Id="rId3" Type="http://schemas.openxmlformats.org/officeDocument/2006/relationships/tags" Target="../tags/tag140.xml"/><Relationship Id="rId2" Type="http://schemas.openxmlformats.org/officeDocument/2006/relationships/tags" Target="../tags/tag139.xml"/><Relationship Id="rId11" Type="http://schemas.openxmlformats.org/officeDocument/2006/relationships/tags" Target="../tags/tag148.xml"/><Relationship Id="rId10" Type="http://schemas.openxmlformats.org/officeDocument/2006/relationships/tags" Target="../tags/tag147.xml"/><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9" Type="http://schemas.openxmlformats.org/officeDocument/2006/relationships/tags" Target="../tags/tag156.xml"/><Relationship Id="rId8" Type="http://schemas.openxmlformats.org/officeDocument/2006/relationships/tags" Target="../tags/tag155.xml"/><Relationship Id="rId7" Type="http://schemas.openxmlformats.org/officeDocument/2006/relationships/tags" Target="../tags/tag154.xml"/><Relationship Id="rId6" Type="http://schemas.openxmlformats.org/officeDocument/2006/relationships/tags" Target="../tags/tag153.xml"/><Relationship Id="rId5" Type="http://schemas.openxmlformats.org/officeDocument/2006/relationships/tags" Target="../tags/tag152.xml"/><Relationship Id="rId4" Type="http://schemas.openxmlformats.org/officeDocument/2006/relationships/tags" Target="../tags/tag151.xml"/><Relationship Id="rId3" Type="http://schemas.openxmlformats.org/officeDocument/2006/relationships/tags" Target="../tags/tag150.xml"/><Relationship Id="rId2" Type="http://schemas.openxmlformats.org/officeDocument/2006/relationships/tags" Target="../tags/tag149.xml"/><Relationship Id="rId14" Type="http://schemas.openxmlformats.org/officeDocument/2006/relationships/tags" Target="../tags/tag161.xml"/><Relationship Id="rId13" Type="http://schemas.openxmlformats.org/officeDocument/2006/relationships/tags" Target="../tags/tag160.xml"/><Relationship Id="rId12" Type="http://schemas.openxmlformats.org/officeDocument/2006/relationships/tags" Target="../tags/tag159.xml"/><Relationship Id="rId11" Type="http://schemas.openxmlformats.org/officeDocument/2006/relationships/tags" Target="../tags/tag158.xml"/><Relationship Id="rId10" Type="http://schemas.openxmlformats.org/officeDocument/2006/relationships/tags" Target="../tags/tag157.xml"/><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9" Type="http://schemas.openxmlformats.org/officeDocument/2006/relationships/tags" Target="../tags/tag169.xml"/><Relationship Id="rId8" Type="http://schemas.openxmlformats.org/officeDocument/2006/relationships/tags" Target="../tags/tag168.xml"/><Relationship Id="rId7" Type="http://schemas.openxmlformats.org/officeDocument/2006/relationships/tags" Target="../tags/tag167.xml"/><Relationship Id="rId6" Type="http://schemas.openxmlformats.org/officeDocument/2006/relationships/tags" Target="../tags/tag166.xml"/><Relationship Id="rId5" Type="http://schemas.openxmlformats.org/officeDocument/2006/relationships/tags" Target="../tags/tag165.xml"/><Relationship Id="rId4" Type="http://schemas.openxmlformats.org/officeDocument/2006/relationships/tags" Target="../tags/tag164.xml"/><Relationship Id="rId3" Type="http://schemas.openxmlformats.org/officeDocument/2006/relationships/tags" Target="../tags/tag163.xml"/><Relationship Id="rId2" Type="http://schemas.openxmlformats.org/officeDocument/2006/relationships/tags" Target="../tags/tag162.xml"/><Relationship Id="rId14" Type="http://schemas.openxmlformats.org/officeDocument/2006/relationships/tags" Target="../tags/tag174.xml"/><Relationship Id="rId13" Type="http://schemas.openxmlformats.org/officeDocument/2006/relationships/tags" Target="../tags/tag173.xml"/><Relationship Id="rId12" Type="http://schemas.openxmlformats.org/officeDocument/2006/relationships/tags" Target="../tags/tag172.xml"/><Relationship Id="rId11" Type="http://schemas.openxmlformats.org/officeDocument/2006/relationships/tags" Target="../tags/tag171.xml"/><Relationship Id="rId10" Type="http://schemas.openxmlformats.org/officeDocument/2006/relationships/tags" Target="../tags/tag170.xml"/><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9" Type="http://schemas.openxmlformats.org/officeDocument/2006/relationships/tags" Target="../tags/tag182.xml"/><Relationship Id="rId8" Type="http://schemas.openxmlformats.org/officeDocument/2006/relationships/tags" Target="../tags/tag181.xml"/><Relationship Id="rId7" Type="http://schemas.openxmlformats.org/officeDocument/2006/relationships/tags" Target="../tags/tag180.xml"/><Relationship Id="rId6" Type="http://schemas.openxmlformats.org/officeDocument/2006/relationships/tags" Target="../tags/tag179.xml"/><Relationship Id="rId5" Type="http://schemas.openxmlformats.org/officeDocument/2006/relationships/tags" Target="../tags/tag178.xml"/><Relationship Id="rId4" Type="http://schemas.openxmlformats.org/officeDocument/2006/relationships/tags" Target="../tags/tag177.xml"/><Relationship Id="rId3" Type="http://schemas.openxmlformats.org/officeDocument/2006/relationships/tags" Target="../tags/tag176.xml"/><Relationship Id="rId2" Type="http://schemas.openxmlformats.org/officeDocument/2006/relationships/tags" Target="../tags/tag175.xml"/><Relationship Id="rId16" Type="http://schemas.openxmlformats.org/officeDocument/2006/relationships/tags" Target="../tags/tag189.xml"/><Relationship Id="rId15" Type="http://schemas.openxmlformats.org/officeDocument/2006/relationships/tags" Target="../tags/tag188.xml"/><Relationship Id="rId14" Type="http://schemas.openxmlformats.org/officeDocument/2006/relationships/tags" Target="../tags/tag187.xml"/><Relationship Id="rId13" Type="http://schemas.openxmlformats.org/officeDocument/2006/relationships/tags" Target="../tags/tag186.xml"/><Relationship Id="rId12" Type="http://schemas.openxmlformats.org/officeDocument/2006/relationships/tags" Target="../tags/tag185.xml"/><Relationship Id="rId11" Type="http://schemas.openxmlformats.org/officeDocument/2006/relationships/tags" Target="../tags/tag184.xml"/><Relationship Id="rId10" Type="http://schemas.openxmlformats.org/officeDocument/2006/relationships/tags" Target="../tags/tag183.xml"/><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9" Type="http://schemas.openxmlformats.org/officeDocument/2006/relationships/tags" Target="../tags/tag197.xml"/><Relationship Id="rId8" Type="http://schemas.openxmlformats.org/officeDocument/2006/relationships/tags" Target="../tags/tag196.xml"/><Relationship Id="rId7" Type="http://schemas.openxmlformats.org/officeDocument/2006/relationships/tags" Target="../tags/tag195.xml"/><Relationship Id="rId6" Type="http://schemas.openxmlformats.org/officeDocument/2006/relationships/tags" Target="../tags/tag194.xml"/><Relationship Id="rId5" Type="http://schemas.openxmlformats.org/officeDocument/2006/relationships/tags" Target="../tags/tag193.xml"/><Relationship Id="rId4" Type="http://schemas.openxmlformats.org/officeDocument/2006/relationships/tags" Target="../tags/tag192.xml"/><Relationship Id="rId3" Type="http://schemas.openxmlformats.org/officeDocument/2006/relationships/tags" Target="../tags/tag191.xml"/><Relationship Id="rId2" Type="http://schemas.openxmlformats.org/officeDocument/2006/relationships/tags" Target="../tags/tag190.xml"/><Relationship Id="rId13" Type="http://schemas.openxmlformats.org/officeDocument/2006/relationships/tags" Target="../tags/tag201.xml"/><Relationship Id="rId12" Type="http://schemas.openxmlformats.org/officeDocument/2006/relationships/tags" Target="../tags/tag200.xml"/><Relationship Id="rId11" Type="http://schemas.openxmlformats.org/officeDocument/2006/relationships/tags" Target="../tags/tag199.xml"/><Relationship Id="rId10" Type="http://schemas.openxmlformats.org/officeDocument/2006/relationships/tags" Target="../tags/tag198.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1524000" y="1322962"/>
            <a:ext cx="9144000" cy="2187001"/>
          </a:xfrm>
        </p:spPr>
        <p:txBody>
          <a:bodyPr anchor="b">
            <a:normAutofit/>
          </a:bodyPr>
          <a:lstStyle>
            <a:lvl1pPr algn="ctr">
              <a:lnSpc>
                <a:spcPct val="130000"/>
              </a:lnSpc>
              <a:defRPr sz="6000">
                <a:effectLst>
                  <a:outerShdw blurRad="38100" dist="38100" dir="2700000" algn="tl">
                    <a:srgbClr val="000000">
                      <a:alpha val="43137"/>
                    </a:srgbClr>
                  </a:outerShdw>
                </a:effectLst>
              </a:defRPr>
            </a:lvl1pPr>
          </a:lstStyle>
          <a:p>
            <a:r>
              <a:rPr lang="zh-CN" altLang="en-US" dirty="0"/>
              <a:t>单击此处添加标题</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3" name="副标题 2"/>
          <p:cNvSpPr>
            <a:spLocks noGrp="1"/>
          </p:cNvSpPr>
          <p:nvPr>
            <p:ph type="subTitle" idx="1" hasCustomPrompt="1"/>
          </p:nvPr>
        </p:nvSpPr>
        <p:spPr>
          <a:xfrm>
            <a:off x="1524000" y="3602038"/>
            <a:ext cx="9144000" cy="1655762"/>
          </a:xfrm>
        </p:spPr>
        <p:txBody>
          <a:bodyPr>
            <a:normAutofit/>
          </a:bodyPr>
          <a:lstStyle>
            <a:lvl1pPr marL="0" indent="0" algn="ctr">
              <a:buNone/>
              <a:defRPr sz="1800">
                <a:solidFill>
                  <a:schemeClr val="tx1">
                    <a:lumMod val="75000"/>
                    <a:lumOff val="25000"/>
                  </a:schemeClr>
                </a:solidFill>
                <a:effectLst/>
                <a:latin typeface="+mj-lt"/>
                <a:ea typeface="+mj-ea"/>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单击此处添加副标题</a:t>
            </a:r>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idx="1"/>
          </p:nvPr>
        </p:nvSpPr>
        <p:spPr>
          <a:xfrm>
            <a:off x="647700" y="1825625"/>
            <a:ext cx="10515600" cy="4351338"/>
          </a:xfrm>
        </p:spPr>
        <p:txBody>
          <a:bodyPr>
            <a:normAutofit/>
          </a:bodyPr>
          <a:lstStyle>
            <a:lvl1pPr>
              <a:defRPr sz="2000">
                <a:solidFill>
                  <a:schemeClr val="tx1">
                    <a:lumMod val="75000"/>
                    <a:lumOff val="25000"/>
                  </a:schemeClr>
                </a:solidFill>
              </a:defRPr>
            </a:lvl1pPr>
            <a:lvl2pPr>
              <a:defRPr sz="1800">
                <a:solidFill>
                  <a:schemeClr val="tx1">
                    <a:lumMod val="75000"/>
                    <a:lumOff val="25000"/>
                  </a:schemeClr>
                </a:solidFill>
              </a:defRPr>
            </a:lvl2pPr>
            <a:lvl3pPr>
              <a:defRPr sz="1600">
                <a:solidFill>
                  <a:schemeClr val="tx1">
                    <a:lumMod val="75000"/>
                    <a:lumOff val="25000"/>
                  </a:schemeClr>
                </a:solidFill>
              </a:defRPr>
            </a:lvl3pPr>
            <a:lvl4pPr>
              <a:defRPr sz="1600">
                <a:solidFill>
                  <a:schemeClr val="tx1">
                    <a:lumMod val="75000"/>
                    <a:lumOff val="25000"/>
                  </a:schemeClr>
                </a:solidFill>
              </a:defRPr>
            </a:lvl4pPr>
            <a:lvl5pPr>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831850" y="3751117"/>
            <a:ext cx="7321550" cy="811357"/>
          </a:xfrm>
        </p:spPr>
        <p:txBody>
          <a:bodyPr anchor="b">
            <a:normAutofit/>
          </a:bodyPr>
          <a:lstStyle>
            <a:lvl1pPr>
              <a:defRPr sz="400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1850" y="4610028"/>
            <a:ext cx="7321550" cy="647555"/>
          </a:xfrm>
        </p:spPr>
        <p:txBody>
          <a:bodyPr>
            <a:normAutofit/>
          </a:bodyPr>
          <a:lstStyle>
            <a:lvl1pPr marL="0" indent="0">
              <a:buNone/>
              <a:defRPr sz="18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单击此处编辑母版文本样式</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47700" y="258445"/>
            <a:ext cx="10515600" cy="1325563"/>
          </a:xfrm>
        </p:spPr>
        <p:txBody>
          <a:bodyPr>
            <a:normAutofit/>
          </a:bodyPr>
          <a:lstStyle>
            <a:lvl1pPr>
              <a:defRPr sz="2400" b="1" i="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内容占位符 2"/>
          <p:cNvSpPr>
            <a:spLocks noGrp="1"/>
          </p:cNvSpPr>
          <p:nvPr>
            <p:ph sz="half" idx="1"/>
          </p:nvPr>
        </p:nvSpPr>
        <p:spPr>
          <a:xfrm>
            <a:off x="647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内容占位符 3"/>
          <p:cNvSpPr>
            <a:spLocks noGrp="1"/>
          </p:cNvSpPr>
          <p:nvPr>
            <p:ph sz="half" idx="2"/>
          </p:nvPr>
        </p:nvSpPr>
        <p:spPr>
          <a:xfrm>
            <a:off x="5981700" y="1825625"/>
            <a:ext cx="5181600" cy="4351338"/>
          </a:xfrm>
        </p:spPr>
        <p:txBody>
          <a:bodyPr>
            <a:normAutofit/>
          </a:bodyPr>
          <a:lstStyle>
            <a:lvl1pPr>
              <a:lnSpc>
                <a:spcPct val="150000"/>
              </a:lnSpc>
              <a:defRPr sz="2000">
                <a:solidFill>
                  <a:schemeClr val="tx1">
                    <a:lumMod val="75000"/>
                    <a:lumOff val="25000"/>
                  </a:schemeClr>
                </a:solidFill>
              </a:defRPr>
            </a:lvl1pPr>
            <a:lvl2pPr>
              <a:lnSpc>
                <a:spcPct val="150000"/>
              </a:lnSpc>
              <a:defRPr sz="1800">
                <a:solidFill>
                  <a:schemeClr val="tx1">
                    <a:lumMod val="75000"/>
                    <a:lumOff val="25000"/>
                  </a:schemeClr>
                </a:solidFill>
              </a:defRPr>
            </a:lvl2pPr>
            <a:lvl3pPr>
              <a:lnSpc>
                <a:spcPct val="150000"/>
              </a:lnSpc>
              <a:defRPr sz="1600">
                <a:solidFill>
                  <a:schemeClr val="tx1">
                    <a:lumMod val="75000"/>
                    <a:lumOff val="25000"/>
                  </a:schemeClr>
                </a:solidFill>
              </a:defRPr>
            </a:lvl3pPr>
            <a:lvl4pPr>
              <a:lnSpc>
                <a:spcPct val="150000"/>
              </a:lnSpc>
              <a:defRPr sz="1600">
                <a:solidFill>
                  <a:schemeClr val="tx1">
                    <a:lumMod val="75000"/>
                    <a:lumOff val="25000"/>
                  </a:schemeClr>
                </a:solidFill>
              </a:defRPr>
            </a:lvl4pPr>
            <a:lvl5pPr>
              <a:lnSpc>
                <a:spcPct val="150000"/>
              </a:lnSpc>
              <a:defRPr sz="1600">
                <a:solidFill>
                  <a:schemeClr val="tx1">
                    <a:lumMod val="75000"/>
                    <a:lumOff val="25000"/>
                  </a:schemeClr>
                </a:solidFill>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nvPr>
        </p:nvSpPr>
        <p:spPr/>
        <p:txBody>
          <a:bodyPr/>
          <a:lstStyle/>
          <a:p>
            <a:endParaRPr lang="zh-CN" altLang="en-US"/>
          </a:p>
        </p:txBody>
      </p:sp>
      <p:sp>
        <p:nvSpPr>
          <p:cNvPr id="7" name="灯片编号占位符 6"/>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839788" y="365125"/>
            <a:ext cx="10515600" cy="1325563"/>
          </a:xfrm>
        </p:spPr>
        <p:txBody>
          <a:bodyPr/>
          <a:lstStyle/>
          <a:p>
            <a:r>
              <a:rPr lang="zh-CN" altLang="en-US"/>
              <a:t>单击此处编辑母版标题样式</a:t>
            </a:r>
            <a:endParaRPr lang="zh-CN" altLang="en-US"/>
          </a:p>
        </p:txBody>
      </p:sp>
      <p:sp>
        <p:nvSpPr>
          <p:cNvPr id="3" name="文本占位符 2"/>
          <p:cNvSpPr>
            <a:spLocks noGrp="1"/>
          </p:cNvSpPr>
          <p:nvPr>
            <p:ph type="body" idx="1"/>
          </p:nvPr>
        </p:nvSpPr>
        <p:spPr>
          <a:xfrm>
            <a:off x="839788" y="1744961"/>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4" name="内容占位符 3"/>
          <p:cNvSpPr>
            <a:spLocks noGrp="1"/>
          </p:cNvSpPr>
          <p:nvPr>
            <p:ph sz="half" idx="2"/>
          </p:nvPr>
        </p:nvSpPr>
        <p:spPr>
          <a:xfrm>
            <a:off x="839788" y="2615609"/>
            <a:ext cx="5157787"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文本占位符 4"/>
          <p:cNvSpPr>
            <a:spLocks noGrp="1"/>
          </p:cNvSpPr>
          <p:nvPr>
            <p:ph type="body" sz="quarter" idx="3"/>
          </p:nvPr>
        </p:nvSpPr>
        <p:spPr>
          <a:xfrm>
            <a:off x="6172200" y="1744961"/>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单击此处编辑母版文本样式</a:t>
            </a:r>
            <a:endParaRPr lang="zh-CN" altLang="en-US" dirty="0"/>
          </a:p>
        </p:txBody>
      </p:sp>
      <p:sp>
        <p:nvSpPr>
          <p:cNvPr id="6" name="内容占位符 5"/>
          <p:cNvSpPr>
            <a:spLocks noGrp="1"/>
          </p:cNvSpPr>
          <p:nvPr>
            <p:ph sz="quarter" idx="4"/>
          </p:nvPr>
        </p:nvSpPr>
        <p:spPr>
          <a:xfrm>
            <a:off x="6172200" y="2615609"/>
            <a:ext cx="5183188" cy="3574054"/>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7" name="日期占位符 6"/>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nvPr>
        </p:nvSpPr>
        <p:spPr/>
        <p:txBody>
          <a:bodyPr/>
          <a:lstStyle/>
          <a:p>
            <a:endParaRPr lang="zh-CN" altLang="en-US"/>
          </a:p>
        </p:txBody>
      </p:sp>
      <p:sp>
        <p:nvSpPr>
          <p:cNvPr id="9" name="灯片编号占位符 8"/>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2766219"/>
            <a:ext cx="10515600" cy="1325563"/>
          </a:xfrm>
        </p:spPr>
        <p:txBody>
          <a:bodyPr>
            <a:normAutofit/>
          </a:bodyPr>
          <a:lstStyle>
            <a:lvl1pPr algn="ctr">
              <a:defRPr sz="4800" b="0">
                <a:effectLst>
                  <a:outerShdw blurRad="38100" dist="38100" dir="2700000" algn="tl">
                    <a:srgbClr val="000000">
                      <a:alpha val="43137"/>
                    </a:srgbClr>
                  </a:outerShdw>
                </a:effectLst>
              </a:defRPr>
            </a:lvl1pPr>
          </a:lstStyle>
          <a:p>
            <a:r>
              <a:rPr lang="zh-CN" altLang="en-US" dirty="0"/>
              <a:t>单击此处编辑母版标题样式</a:t>
            </a:r>
            <a:endParaRPr lang="zh-CN" altLang="en-US" dirty="0"/>
          </a:p>
        </p:txBody>
      </p:sp>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nvPr>
        </p:nvSpPr>
        <p:spPr/>
        <p:txBody>
          <a:bodyPr/>
          <a:lstStyle/>
          <a:p>
            <a:endParaRPr lang="zh-CN" altLang="en-US"/>
          </a:p>
        </p:txBody>
      </p:sp>
      <p:sp>
        <p:nvSpPr>
          <p:cNvPr id="4" name="灯片编号占位符 3"/>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hasCustomPrompt="1"/>
          </p:nvPr>
        </p:nvSpPr>
        <p:spPr>
          <a:xfrm>
            <a:off x="646747" y="127000"/>
            <a:ext cx="4165200" cy="1600200"/>
          </a:xfrm>
        </p:spPr>
        <p:txBody>
          <a:bodyPr anchor="ctr" anchorCtr="0">
            <a:normAutofit/>
          </a:bodyPr>
          <a:lstStyle>
            <a:lvl1pPr>
              <a:defRPr sz="2400" b="1">
                <a:effectLst>
                  <a:outerShdw blurRad="38100" dist="38100" dir="2700000" algn="tl">
                    <a:srgbClr val="000000">
                      <a:alpha val="43137"/>
                    </a:srgbClr>
                  </a:outerShdw>
                </a:effectLst>
              </a:defRPr>
            </a:lvl1pPr>
          </a:lstStyle>
          <a:p>
            <a:r>
              <a:rPr lang="zh-CN" altLang="en-US" dirty="0"/>
              <a:t>单击此处编辑标题</a:t>
            </a:r>
            <a:endParaRPr lang="zh-CN" altLang="en-US" dirty="0"/>
          </a:p>
        </p:txBody>
      </p:sp>
      <p:sp>
        <p:nvSpPr>
          <p:cNvPr id="3" name="图片占位符 2"/>
          <p:cNvSpPr>
            <a:spLocks noGrp="1" noChangeAspect="1"/>
          </p:cNvSpPr>
          <p:nvPr>
            <p:ph type="pic" idx="1"/>
          </p:nvPr>
        </p:nvSpPr>
        <p:spPr>
          <a:xfrm>
            <a:off x="5184000" y="766354"/>
            <a:ext cx="5817375" cy="5094446"/>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zh-CN" altLang="en-US" dirty="0"/>
          </a:p>
        </p:txBody>
      </p:sp>
      <p:sp>
        <p:nvSpPr>
          <p:cNvPr id="4" name="文本占位符 3"/>
          <p:cNvSpPr>
            <a:spLocks noGrp="1"/>
          </p:cNvSpPr>
          <p:nvPr>
            <p:ph type="body" sz="half" idx="2"/>
          </p:nvPr>
        </p:nvSpPr>
        <p:spPr>
          <a:xfrm>
            <a:off x="651827" y="2057400"/>
            <a:ext cx="4165200" cy="3811588"/>
          </a:xfrm>
        </p:spPr>
        <p:txBody>
          <a:bodyPr>
            <a:normAutofit/>
          </a:bodyPr>
          <a:lstStyle>
            <a:lvl1pPr marL="0" indent="0">
              <a:lnSpc>
                <a:spcPct val="150000"/>
              </a:lnSpc>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CN" altLang="en-US" dirty="0"/>
              <a:t>单击此处编辑母版文本样式</a:t>
            </a:r>
            <a:endParaRPr lang="zh-CN" altLang="en-US" dirty="0"/>
          </a:p>
        </p:txBody>
      </p:sp>
      <p:sp>
        <p:nvSpPr>
          <p:cNvPr id="5" name="日期占位符 4"/>
          <p:cNvSpPr>
            <a:spLocks noGrp="1"/>
          </p:cNvSpPr>
          <p:nvPr>
            <p:ph type="dt" sz="half" idx="10"/>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nvPr>
        </p:nvSpPr>
        <p:spPr/>
        <p:txBody>
          <a:bodyPr/>
          <a:lstStyle/>
          <a:p>
            <a:endParaRPr lang="zh-CN" altLang="en-US" dirty="0"/>
          </a:p>
        </p:txBody>
      </p:sp>
      <p:sp>
        <p:nvSpPr>
          <p:cNvPr id="7" name="灯片编号占位符 6"/>
          <p:cNvSpPr>
            <a:spLocks noGrp="1"/>
          </p:cNvSpPr>
          <p:nvPr>
            <p:ph type="sldNum" sz="quarter" idx="12"/>
          </p:nvPr>
        </p:nvSpPr>
        <p:spPr/>
        <p:txBody>
          <a:bodyPr/>
          <a:lstStyle/>
          <a:p>
            <a:fld id="{FABC47A4-756D-490B-A52F-7D9E2C9FC05F}" type="slidenum">
              <a:rPr lang="zh-CN" altLang="en-US" smtClean="0"/>
            </a:fld>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9824484" y="365125"/>
            <a:ext cx="1529316" cy="5811838"/>
          </a:xfrm>
        </p:spPr>
        <p:txBody>
          <a:bodyPr vert="eaVert">
            <a:normAutofit/>
          </a:bodyPr>
          <a:lstStyle>
            <a:lvl1pPr>
              <a:defRPr sz="3600"/>
            </a:lvl1pPr>
          </a:lstStyle>
          <a:p>
            <a:r>
              <a:rPr lang="zh-CN" altLang="en-US"/>
              <a:t>单击此处编辑母版标题样式</a:t>
            </a:r>
            <a:endParaRPr lang="zh-CN" altLang="en-US"/>
          </a:p>
        </p:txBody>
      </p:sp>
      <p:sp>
        <p:nvSpPr>
          <p:cNvPr id="3" name="竖排文字占位符 2"/>
          <p:cNvSpPr>
            <a:spLocks noGrp="1"/>
          </p:cNvSpPr>
          <p:nvPr>
            <p:ph type="body" orient="vert" idx="1"/>
          </p:nvPr>
        </p:nvSpPr>
        <p:spPr>
          <a:xfrm>
            <a:off x="838200" y="365125"/>
            <a:ext cx="8879958" cy="5811838"/>
          </a:xfrm>
        </p:spPr>
        <p:txBody>
          <a:bodyPr vert="eaVert"/>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nvPr>
        </p:nvSpPr>
        <p:spPr/>
        <p:txBody>
          <a:bodyPr/>
          <a:lstStyle/>
          <a:p>
            <a:endParaRPr lang="zh-CN" altLang="en-US"/>
          </a:p>
        </p:txBody>
      </p:sp>
      <p:sp>
        <p:nvSpPr>
          <p:cNvPr id="6" name="灯片编号占位符 5"/>
          <p:cNvSpPr>
            <a:spLocks noGrp="1"/>
          </p:cNvSpPr>
          <p:nvPr>
            <p:ph type="sldNum" sz="quarter" idx="12"/>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nvPr>
        </p:nvSpPr>
        <p:spPr/>
        <p:txBody>
          <a:bodyPr/>
          <a:lstStyle/>
          <a:p>
            <a:endParaRPr lang="zh-CN" altLang="en-US"/>
          </a:p>
        </p:txBody>
      </p:sp>
      <p:sp>
        <p:nvSpPr>
          <p:cNvPr id="5" name="灯片编号占位符 4"/>
          <p:cNvSpPr>
            <a:spLocks noGrp="1"/>
          </p:cNvSpPr>
          <p:nvPr>
            <p:ph type="sldNum" sz="quarter" idx="12"/>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nvPr>
        </p:nvSpPr>
        <p:spPr>
          <a:xfrm>
            <a:off x="838200" y="551543"/>
            <a:ext cx="10515600" cy="5558971"/>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grpSp>
        <p:nvGrpSpPr>
          <p:cNvPr id="12" name="组合 11"/>
          <p:cNvGrpSpPr/>
          <p:nvPr userDrawn="1">
            <p:custDataLst>
              <p:tags r:id="rId2"/>
            </p:custDataLst>
          </p:nvPr>
        </p:nvGrpSpPr>
        <p:grpSpPr>
          <a:xfrm>
            <a:off x="0" y="1"/>
            <a:ext cx="12192000" cy="6857999"/>
            <a:chOff x="-127000" y="-1409699"/>
            <a:chExt cx="12192000" cy="6857999"/>
          </a:xfrm>
        </p:grpSpPr>
        <p:sp>
          <p:nvSpPr>
            <p:cNvPr id="7" name="等腰三角形 6"/>
            <p:cNvSpPr/>
            <p:nvPr userDrawn="1">
              <p:custDataLst>
                <p:tags r:id="rId3"/>
              </p:custDataLst>
            </p:nvPr>
          </p:nvSpPr>
          <p:spPr>
            <a:xfrm rot="10800000">
              <a:off x="-127000" y="-1409699"/>
              <a:ext cx="12192000" cy="1115880"/>
            </a:xfrm>
            <a:prstGeom prst="triangle">
              <a:avLst>
                <a:gd name="adj" fmla="val 100000"/>
              </a:avLst>
            </a:prstGeom>
            <a:solidFill>
              <a:schemeClr val="accent1">
                <a:lumMod val="40000"/>
                <a:lumOff val="60000"/>
              </a:schemeClr>
            </a:solidFill>
            <a:ln>
              <a:noFill/>
            </a:ln>
            <a:effectLst>
              <a:outerShdw blurRad="254000" dist="76200" dir="5400000" algn="t"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 name="等腰三角形 3"/>
            <p:cNvSpPr/>
            <p:nvPr userDrawn="1">
              <p:custDataLst>
                <p:tags r:id="rId4"/>
              </p:custDataLst>
            </p:nvPr>
          </p:nvSpPr>
          <p:spPr>
            <a:xfrm rot="10800000">
              <a:off x="1451541" y="-1409699"/>
              <a:ext cx="10613457" cy="1260909"/>
            </a:xfrm>
            <a:prstGeom prst="triangle">
              <a:avLst>
                <a:gd name="adj" fmla="val 0"/>
              </a:avLst>
            </a:prstGeom>
            <a:solidFill>
              <a:schemeClr val="accent1"/>
            </a:solidFill>
            <a:ln>
              <a:noFill/>
            </a:ln>
            <a:effectLst>
              <a:outerShdw blurRad="254000" dist="76200" dir="5400000" algn="t"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13" name="任意多边形: 形状 12"/>
            <p:cNvSpPr/>
            <p:nvPr userDrawn="1">
              <p:custDataLst>
                <p:tags r:id="rId5"/>
              </p:custDataLst>
            </p:nvPr>
          </p:nvSpPr>
          <p:spPr>
            <a:xfrm>
              <a:off x="-127000" y="3614738"/>
              <a:ext cx="9134474" cy="1833562"/>
            </a:xfrm>
            <a:custGeom>
              <a:avLst/>
              <a:gdLst>
                <a:gd name="connsiteX0" fmla="*/ 904095 w 9134474"/>
                <a:gd name="connsiteY0" fmla="*/ 0 h 1833562"/>
                <a:gd name="connsiteX1" fmla="*/ 9134474 w 9134474"/>
                <a:gd name="connsiteY1" fmla="*/ 1833562 h 1833562"/>
                <a:gd name="connsiteX2" fmla="*/ 0 w 9134474"/>
                <a:gd name="connsiteY2" fmla="*/ 1833562 h 1833562"/>
                <a:gd name="connsiteX3" fmla="*/ 0 w 9134474"/>
                <a:gd name="connsiteY3" fmla="*/ 813574 h 1833562"/>
              </a:gdLst>
              <a:ahLst/>
              <a:cxnLst>
                <a:cxn ang="0">
                  <a:pos x="connsiteX0" y="connsiteY0"/>
                </a:cxn>
                <a:cxn ang="0">
                  <a:pos x="connsiteX1" y="connsiteY1"/>
                </a:cxn>
                <a:cxn ang="0">
                  <a:pos x="connsiteX2" y="connsiteY2"/>
                </a:cxn>
                <a:cxn ang="0">
                  <a:pos x="connsiteX3" y="connsiteY3"/>
                </a:cxn>
              </a:cxnLst>
              <a:rect l="l" t="t" r="r" b="b"/>
              <a:pathLst>
                <a:path w="9134474" h="1833562">
                  <a:moveTo>
                    <a:pt x="904095" y="0"/>
                  </a:moveTo>
                  <a:lnTo>
                    <a:pt x="9134474" y="1833562"/>
                  </a:lnTo>
                  <a:lnTo>
                    <a:pt x="0" y="1833562"/>
                  </a:lnTo>
                  <a:lnTo>
                    <a:pt x="0" y="813574"/>
                  </a:lnTo>
                  <a:close/>
                </a:path>
              </a:pathLst>
            </a:custGeom>
            <a:solidFill>
              <a:schemeClr val="accent1"/>
            </a:solidFill>
            <a:ln>
              <a:noFill/>
            </a:ln>
            <a:effectLst>
              <a:outerShdw blurRad="254000" dist="38100" dir="10800000" algn="r" rotWithShape="0">
                <a:schemeClr val="tx1">
                  <a:lumMod val="95000"/>
                  <a:lumOff val="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0" name="等腰三角形 9"/>
            <p:cNvSpPr/>
            <p:nvPr userDrawn="1">
              <p:custDataLst>
                <p:tags r:id="rId6"/>
              </p:custDataLst>
            </p:nvPr>
          </p:nvSpPr>
          <p:spPr>
            <a:xfrm>
              <a:off x="-127000" y="4381500"/>
              <a:ext cx="10858500" cy="1066800"/>
            </a:xfrm>
            <a:prstGeom prst="triangle">
              <a:avLst>
                <a:gd name="adj" fmla="val 0"/>
              </a:avLst>
            </a:prstGeom>
            <a:solidFill>
              <a:schemeClr val="accent1">
                <a:lumMod val="40000"/>
                <a:lumOff val="60000"/>
              </a:schemeClr>
            </a:solidFill>
            <a:ln>
              <a:noFill/>
            </a:ln>
            <a:effectLst>
              <a:outerShdw blurRad="254000" dist="38100" dir="10800000" algn="r" rotWithShape="0">
                <a:schemeClr val="tx1">
                  <a:lumMod val="95000"/>
                  <a:lumOff val="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等腰三角形 10"/>
            <p:cNvSpPr/>
            <p:nvPr userDrawn="1">
              <p:custDataLst>
                <p:tags r:id="rId7"/>
              </p:custDataLst>
            </p:nvPr>
          </p:nvSpPr>
          <p:spPr>
            <a:xfrm>
              <a:off x="6591300" y="4114800"/>
              <a:ext cx="5473700" cy="1333500"/>
            </a:xfrm>
            <a:prstGeom prst="triangle">
              <a:avLst>
                <a:gd name="adj" fmla="val 100000"/>
              </a:avLst>
            </a:prstGeom>
            <a:solidFill>
              <a:schemeClr val="bg1">
                <a:lumMod val="85000"/>
              </a:schemeClr>
            </a:solidFill>
            <a:ln>
              <a:noFill/>
            </a:ln>
            <a:effectLst>
              <a:outerShdw blurRad="254000" dist="50800" dir="10800000" algn="r" rotWithShape="0">
                <a:schemeClr val="tx1">
                  <a:lumMod val="95000"/>
                  <a:lumOff val="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userDrawn="1">
              <p:custDataLst>
                <p:tags r:id="rId8"/>
              </p:custDataLst>
            </p:nvPr>
          </p:nvSpPr>
          <p:spPr>
            <a:xfrm>
              <a:off x="9137650" y="4292600"/>
              <a:ext cx="2927350" cy="1155700"/>
            </a:xfrm>
            <a:prstGeom prst="triangle">
              <a:avLst>
                <a:gd name="adj" fmla="val 100000"/>
              </a:avLst>
            </a:prstGeom>
            <a:solidFill>
              <a:schemeClr val="bg1">
                <a:lumMod val="50000"/>
              </a:schemeClr>
            </a:solidFill>
            <a:ln>
              <a:noFill/>
            </a:ln>
            <a:effectLst>
              <a:outerShdw blurRad="254000" dist="50800" dir="10800000" algn="r" rotWithShape="0">
                <a:schemeClr val="tx1">
                  <a:lumMod val="95000"/>
                  <a:lumOff val="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16" name="日期占位符 15"/>
          <p:cNvSpPr>
            <a:spLocks noGrp="1"/>
          </p:cNvSpPr>
          <p:nvPr>
            <p:ph type="dt" sz="half" idx="10"/>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18" name="灯片编号占位符 17"/>
          <p:cNvSpPr>
            <a:spLocks noGrp="1"/>
          </p:cNvSpPr>
          <p:nvPr>
            <p:ph type="sldNum" sz="quarter" idx="12"/>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cxnSp>
        <p:nvCxnSpPr>
          <p:cNvPr id="6" name="直接连接符 5"/>
          <p:cNvCxnSpPr/>
          <p:nvPr userDrawn="1">
            <p:custDataLst>
              <p:tags r:id="rId12"/>
            </p:custDataLst>
          </p:nvPr>
        </p:nvCxnSpPr>
        <p:spPr>
          <a:xfrm>
            <a:off x="3107055" y="3991677"/>
            <a:ext cx="5977890" cy="0"/>
          </a:xfrm>
          <a:prstGeom prst="line">
            <a:avLst/>
          </a:prstGeom>
          <a:ln>
            <a:solidFill>
              <a:schemeClr val="tx1">
                <a:lumMod val="75000"/>
                <a:lumOff val="25000"/>
              </a:schemeClr>
            </a:solidFill>
            <a:headEnd type="oval"/>
            <a:tailEnd type="oval"/>
          </a:ln>
        </p:spPr>
        <p:style>
          <a:lnRef idx="1">
            <a:schemeClr val="accent1"/>
          </a:lnRef>
          <a:fillRef idx="0">
            <a:schemeClr val="accent1"/>
          </a:fillRef>
          <a:effectRef idx="0">
            <a:schemeClr val="accent1"/>
          </a:effectRef>
          <a:fontRef idx="minor">
            <a:schemeClr val="tx1"/>
          </a:fontRef>
        </p:style>
      </p:cxnSp>
      <p:sp>
        <p:nvSpPr>
          <p:cNvPr id="2" name="副标题 1"/>
          <p:cNvSpPr>
            <a:spLocks noGrp="1"/>
          </p:cNvSpPr>
          <p:nvPr>
            <p:ph type="subTitle" idx="13" hasCustomPrompt="1"/>
            <p:custDataLst>
              <p:tags r:id="rId13"/>
            </p:custDataLst>
          </p:nvPr>
        </p:nvSpPr>
        <p:spPr>
          <a:xfrm>
            <a:off x="2921001" y="4185353"/>
            <a:ext cx="6350000" cy="361315"/>
          </a:xfrm>
        </p:spPr>
        <p:txBody>
          <a:bodyPr vert="horz" wrap="square" lIns="0" tIns="0" rIns="0" bIns="0" rtlCol="0" anchor="t" anchorCtr="0">
            <a:normAutofit/>
          </a:bodyPr>
          <a:lstStyle>
            <a:lvl1pPr marL="0" indent="0" algn="ctr">
              <a:buNone/>
              <a:defRPr lang="zh-CN" altLang="en-US" sz="2000" spc="200">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228600" lvl="0" indent="-228600" algn="ctr">
              <a:lnSpc>
                <a:spcPct val="100000"/>
              </a:lnSpc>
              <a:spcAft>
                <a:spcPts val="0"/>
              </a:spcAft>
              <a:buClrTx/>
              <a:buSzTx/>
            </a:pPr>
            <a:r>
              <a:rPr lang="zh-CN" altLang="en-US" dirty="0"/>
              <a:t>单击此处编辑副标题</a:t>
            </a:r>
            <a:endParaRPr lang="zh-CN" altLang="en-US" dirty="0"/>
          </a:p>
        </p:txBody>
      </p:sp>
      <p:sp>
        <p:nvSpPr>
          <p:cNvPr id="3" name="标题 2"/>
          <p:cNvSpPr>
            <a:spLocks noGrp="1"/>
          </p:cNvSpPr>
          <p:nvPr>
            <p:ph type="ctrTitle" idx="14" hasCustomPrompt="1"/>
            <p:custDataLst>
              <p:tags r:id="rId14"/>
            </p:custDataLst>
          </p:nvPr>
        </p:nvSpPr>
        <p:spPr>
          <a:xfrm>
            <a:off x="2921000" y="2533717"/>
            <a:ext cx="6350000" cy="1330960"/>
          </a:xfrm>
        </p:spPr>
        <p:txBody>
          <a:bodyPr vert="horz" wrap="square" lIns="0" tIns="0" rIns="0" bIns="0" rtlCol="0" anchor="b" anchorCtr="0">
            <a:normAutofit/>
          </a:bodyPr>
          <a:lstStyle>
            <a:lvl1pPr algn="ctr">
              <a:defRPr lang="zh-CN" altLang="en-US" sz="7200" b="0" spc="7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buClrTx/>
              <a:buSzTx/>
              <a:buFontTx/>
            </a:pPr>
            <a:r>
              <a:rPr lang="zh-CN" altLang="en-US" dirty="0"/>
              <a:t>编辑标题</a:t>
            </a:r>
            <a:endParaRPr lang="zh-CN" altLang="en-US" dirty="0"/>
          </a:p>
        </p:txBody>
      </p:sp>
      <p:sp>
        <p:nvSpPr>
          <p:cNvPr id="8" name="文本占位符 7"/>
          <p:cNvSpPr>
            <a:spLocks noGrp="1"/>
          </p:cNvSpPr>
          <p:nvPr>
            <p:ph type="body" sz="quarter" idx="15" hasCustomPrompt="1"/>
            <p:custDataLst>
              <p:tags r:id="rId15"/>
            </p:custDataLst>
          </p:nvPr>
        </p:nvSpPr>
        <p:spPr>
          <a:xfrm>
            <a:off x="2921000" y="4668905"/>
            <a:ext cx="2873407" cy="455509"/>
          </a:xfrm>
        </p:spPr>
        <p:txBody>
          <a:bodyPr>
            <a:normAutofit/>
          </a:bodyPr>
          <a:lstStyle>
            <a:lvl1pPr marL="0" indent="0" algn="l">
              <a:buFont typeface="Arial" panose="020B0604020202020204" pitchFamily="34" charset="0"/>
              <a:buNone/>
              <a:defRPr sz="1800">
                <a:solidFill>
                  <a:schemeClr val="tx1">
                    <a:lumMod val="50000"/>
                    <a:lumOff val="50000"/>
                  </a:schemeClr>
                </a:solidFill>
              </a:defRPr>
            </a:lvl1pPr>
          </a:lstStyle>
          <a:p>
            <a:pPr lvl="0"/>
            <a:r>
              <a:rPr lang="zh-CN" altLang="en-US" dirty="0"/>
              <a:t>编辑副标题</a:t>
            </a:r>
            <a:endParaRPr lang="zh-CN" altLang="en-US" dirty="0"/>
          </a:p>
        </p:txBody>
      </p:sp>
      <p:sp>
        <p:nvSpPr>
          <p:cNvPr id="20" name="文本占位符 7"/>
          <p:cNvSpPr>
            <a:spLocks noGrp="1"/>
          </p:cNvSpPr>
          <p:nvPr>
            <p:ph type="body" sz="quarter" idx="16" hasCustomPrompt="1"/>
            <p:custDataLst>
              <p:tags r:id="rId16"/>
            </p:custDataLst>
          </p:nvPr>
        </p:nvSpPr>
        <p:spPr>
          <a:xfrm>
            <a:off x="6397594" y="4668905"/>
            <a:ext cx="2873407" cy="455509"/>
          </a:xfrm>
        </p:spPr>
        <p:txBody>
          <a:bodyPr>
            <a:normAutofit/>
          </a:bodyPr>
          <a:lstStyle>
            <a:lvl1pPr marL="0" indent="0" algn="r">
              <a:buFont typeface="Arial" panose="020B0604020202020204" pitchFamily="34" charset="0"/>
              <a:buNone/>
              <a:defRPr sz="1800">
                <a:solidFill>
                  <a:schemeClr val="tx1">
                    <a:lumMod val="50000"/>
                    <a:lumOff val="50000"/>
                  </a:schemeClr>
                </a:solidFill>
              </a:defRPr>
            </a:lvl1pPr>
          </a:lstStyle>
          <a:p>
            <a:pPr lvl="0"/>
            <a:r>
              <a:rPr lang="zh-CN" altLang="en-US" dirty="0"/>
              <a:t>编辑副标题</a:t>
            </a:r>
            <a:endParaRPr lang="zh-CN" altLang="en-US"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grpSp>
        <p:nvGrpSpPr>
          <p:cNvPr id="17" name="组合 16"/>
          <p:cNvGrpSpPr/>
          <p:nvPr userDrawn="1">
            <p:custDataLst>
              <p:tags r:id="rId2"/>
            </p:custDataLst>
          </p:nvPr>
        </p:nvGrpSpPr>
        <p:grpSpPr>
          <a:xfrm>
            <a:off x="80961" y="100014"/>
            <a:ext cx="12025315" cy="223836"/>
            <a:chOff x="80961" y="100014"/>
            <a:chExt cx="12025315" cy="223836"/>
          </a:xfrm>
        </p:grpSpPr>
        <p:grpSp>
          <p:nvGrpSpPr>
            <p:cNvPr id="14" name="组合 13"/>
            <p:cNvGrpSpPr/>
            <p:nvPr userDrawn="1"/>
          </p:nvGrpSpPr>
          <p:grpSpPr>
            <a:xfrm>
              <a:off x="11556205" y="102393"/>
              <a:ext cx="550071" cy="220020"/>
              <a:chOff x="11556205" y="102393"/>
              <a:chExt cx="550071" cy="220020"/>
            </a:xfrm>
          </p:grpSpPr>
          <p:sp>
            <p:nvSpPr>
              <p:cNvPr id="13" name="等腰三角形 12"/>
              <p:cNvSpPr/>
              <p:nvPr userDrawn="1">
                <p:custDataLst>
                  <p:tags r:id="rId3"/>
                </p:custDataLst>
              </p:nvPr>
            </p:nvSpPr>
            <p:spPr>
              <a:xfrm>
                <a:off x="11556205" y="102395"/>
                <a:ext cx="547688" cy="220018"/>
              </a:xfrm>
              <a:prstGeom prst="triangle">
                <a:avLst>
                  <a:gd name="adj" fmla="val 78451"/>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userDrawn="1">
                <p:custDataLst>
                  <p:tags r:id="rId4"/>
                </p:custDataLst>
              </p:nvPr>
            </p:nvSpPr>
            <p:spPr>
              <a:xfrm>
                <a:off x="11784808" y="102393"/>
                <a:ext cx="321468" cy="220018"/>
              </a:xfrm>
              <a:prstGeom prst="triangle">
                <a:avLst>
                  <a:gd name="adj" fmla="val 6259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6" name="组合 15"/>
            <p:cNvGrpSpPr/>
            <p:nvPr userDrawn="1"/>
          </p:nvGrpSpPr>
          <p:grpSpPr>
            <a:xfrm>
              <a:off x="80961" y="100014"/>
              <a:ext cx="557215" cy="223836"/>
              <a:chOff x="80961" y="100014"/>
              <a:chExt cx="557215" cy="223836"/>
            </a:xfrm>
          </p:grpSpPr>
          <p:sp>
            <p:nvSpPr>
              <p:cNvPr id="10" name="等腰三角形 9"/>
              <p:cNvSpPr/>
              <p:nvPr userDrawn="1">
                <p:custDataLst>
                  <p:tags r:id="rId5"/>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等腰三角形 8"/>
              <p:cNvSpPr/>
              <p:nvPr userDrawn="1">
                <p:custDataLst>
                  <p:tags r:id="rId6"/>
                </p:custDataLst>
              </p:nvPr>
            </p:nvSpPr>
            <p:spPr>
              <a:xfrm>
                <a:off x="80961" y="133350"/>
                <a:ext cx="426245" cy="190500"/>
              </a:xfrm>
              <a:prstGeom prst="triangle">
                <a:avLst>
                  <a:gd name="adj" fmla="val 3100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标题 1"/>
          <p:cNvSpPr>
            <a:spLocks noGrp="1"/>
          </p:cNvSpPr>
          <p:nvPr>
            <p:ph type="title"/>
            <p:custDataLst>
              <p:tags r:id="rId7"/>
            </p:custDataLst>
          </p:nvPr>
        </p:nvSpPr>
        <p:spPr>
          <a:xfrm>
            <a:off x="669882" y="443234"/>
            <a:ext cx="10852237" cy="441964"/>
          </a:xfrm>
        </p:spPr>
        <p:txBody>
          <a:bodyPr vert="horz" wrap="square" lIns="90170" tIns="46990" rIns="90170" bIns="46990" rtlCol="0" anchor="ctr" anchorCtr="0">
            <a:normAutofit/>
          </a:bodyPr>
          <a:lstStyle>
            <a:lvl1pPr marL="0" marR="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内容占位符 2"/>
          <p:cNvSpPr>
            <a:spLocks noGrp="1"/>
          </p:cNvSpPr>
          <p:nvPr>
            <p:ph idx="1"/>
            <p:custDataLst>
              <p:tags r:id="rId8"/>
            </p:custDataLst>
          </p:nvPr>
        </p:nvSpPr>
        <p:spPr>
          <a:xfrm>
            <a:off x="669882" y="952508"/>
            <a:ext cx="10852237"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4" name="日期占位符 3"/>
          <p:cNvSpPr>
            <a:spLocks noGrp="1"/>
          </p:cNvSpPr>
          <p:nvPr>
            <p:ph type="dt" sz="half" idx="10"/>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grpSp>
        <p:nvGrpSpPr>
          <p:cNvPr id="22" name="组合 21"/>
          <p:cNvGrpSpPr/>
          <p:nvPr userDrawn="1">
            <p:custDataLst>
              <p:tags r:id="rId2"/>
            </p:custDataLst>
          </p:nvPr>
        </p:nvGrpSpPr>
        <p:grpSpPr>
          <a:xfrm>
            <a:off x="5266305" y="0"/>
            <a:ext cx="1428427" cy="444243"/>
            <a:chOff x="5266305" y="0"/>
            <a:chExt cx="1428427" cy="444243"/>
          </a:xfrm>
        </p:grpSpPr>
        <p:sp>
          <p:nvSpPr>
            <p:cNvPr id="21" name="任意多边形: 形状 20"/>
            <p:cNvSpPr/>
            <p:nvPr userDrawn="1">
              <p:custDataLst>
                <p:tags r:id="rId3"/>
              </p:custDataLst>
            </p:nvPr>
          </p:nvSpPr>
          <p:spPr>
            <a:xfrm rot="10800000" flipH="1">
              <a:off x="5569105" y="0"/>
              <a:ext cx="1125627" cy="444243"/>
            </a:xfrm>
            <a:custGeom>
              <a:avLst/>
              <a:gdLst>
                <a:gd name="connsiteX0" fmla="*/ 0 w 1125627"/>
                <a:gd name="connsiteY0" fmla="*/ 444243 h 444243"/>
                <a:gd name="connsiteX1" fmla="*/ 1125627 w 1125627"/>
                <a:gd name="connsiteY1" fmla="*/ 444243 h 444243"/>
                <a:gd name="connsiteX2" fmla="*/ 349012 w 1125627"/>
                <a:gd name="connsiteY2" fmla="*/ 0 h 444243"/>
              </a:gdLst>
              <a:ahLst/>
              <a:cxnLst>
                <a:cxn ang="0">
                  <a:pos x="connsiteX0" y="connsiteY0"/>
                </a:cxn>
                <a:cxn ang="0">
                  <a:pos x="connsiteX1" y="connsiteY1"/>
                </a:cxn>
                <a:cxn ang="0">
                  <a:pos x="connsiteX2" y="connsiteY2"/>
                </a:cxn>
              </a:cxnLst>
              <a:rect l="l" t="t" r="r" b="b"/>
              <a:pathLst>
                <a:path w="1125627" h="444243">
                  <a:moveTo>
                    <a:pt x="0" y="444243"/>
                  </a:moveTo>
                  <a:lnTo>
                    <a:pt x="1125627" y="444243"/>
                  </a:lnTo>
                  <a:lnTo>
                    <a:pt x="349012" y="0"/>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19" name="任意多边形: 形状 18"/>
            <p:cNvSpPr/>
            <p:nvPr userDrawn="1">
              <p:custDataLst>
                <p:tags r:id="rId4"/>
              </p:custDataLst>
            </p:nvPr>
          </p:nvSpPr>
          <p:spPr>
            <a:xfrm rot="10800000" flipH="1">
              <a:off x="5266305" y="0"/>
              <a:ext cx="708235" cy="316529"/>
            </a:xfrm>
            <a:custGeom>
              <a:avLst/>
              <a:gdLst>
                <a:gd name="connsiteX0" fmla="*/ 0 w 708235"/>
                <a:gd name="connsiteY0" fmla="*/ 316529 h 316529"/>
                <a:gd name="connsiteX1" fmla="*/ 708235 w 708235"/>
                <a:gd name="connsiteY1" fmla="*/ 316529 h 316529"/>
                <a:gd name="connsiteX2" fmla="*/ 219595 w 708235"/>
                <a:gd name="connsiteY2" fmla="*/ 0 h 316529"/>
              </a:gdLst>
              <a:ahLst/>
              <a:cxnLst>
                <a:cxn ang="0">
                  <a:pos x="connsiteX0" y="connsiteY0"/>
                </a:cxn>
                <a:cxn ang="0">
                  <a:pos x="connsiteX1" y="connsiteY1"/>
                </a:cxn>
                <a:cxn ang="0">
                  <a:pos x="connsiteX2" y="connsiteY2"/>
                </a:cxn>
              </a:cxnLst>
              <a:rect l="l" t="t" r="r" b="b"/>
              <a:pathLst>
                <a:path w="708235" h="316529">
                  <a:moveTo>
                    <a:pt x="0" y="316529"/>
                  </a:moveTo>
                  <a:lnTo>
                    <a:pt x="708235" y="316529"/>
                  </a:lnTo>
                  <a:lnTo>
                    <a:pt x="219595" y="0"/>
                  </a:lnTo>
                  <a:close/>
                </a:path>
              </a:pathLst>
            </a:cu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grpSp>
      <p:sp>
        <p:nvSpPr>
          <p:cNvPr id="4" name="日期占位符 3"/>
          <p:cNvSpPr>
            <a:spLocks noGrp="1"/>
          </p:cNvSpPr>
          <p:nvPr>
            <p:ph type="dt" sz="half" idx="10"/>
            <p:custDataLst>
              <p:tags r:id="rId5"/>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6"/>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2" name="副标题 1"/>
          <p:cNvSpPr>
            <a:spLocks noGrp="1"/>
          </p:cNvSpPr>
          <p:nvPr>
            <p:ph type="subTitle" idx="13" hasCustomPrompt="1"/>
            <p:custDataLst>
              <p:tags r:id="rId8"/>
            </p:custDataLst>
          </p:nvPr>
        </p:nvSpPr>
        <p:spPr>
          <a:xfrm>
            <a:off x="4702175" y="4618039"/>
            <a:ext cx="4536440" cy="321945"/>
          </a:xfrm>
        </p:spPr>
        <p:txBody>
          <a:bodyPr vert="horz" wrap="square" lIns="0" tIns="0" rIns="0" bIns="0" rtlCol="0" anchor="t" anchorCtr="0">
            <a:normAutofit/>
          </a:bodyPr>
          <a:lstStyle>
            <a:lvl1pPr>
              <a:defRPr kumimoji="0" lang="zh-CN" altLang="en-US" sz="1800" b="0" i="0" spc="200">
                <a:ln>
                  <a:noFill/>
                </a:ln>
                <a:solidFill>
                  <a:schemeClr val="tx1">
                    <a:lumMod val="65000"/>
                    <a:lumOff val="35000"/>
                  </a:schemeClr>
                </a:solidFill>
                <a:effectLst/>
                <a:uLnTx/>
                <a:latin typeface="Arial" panose="020B0604020202020204" pitchFamily="34" charset="0"/>
                <a:ea typeface="微软雅黑" panose="020B0503020204020204" charset="-122"/>
              </a:defRPr>
            </a:lvl1pPr>
          </a:lstStyle>
          <a:p>
            <a:pPr marL="0" marR="0" lvl="0" indent="0">
              <a:lnSpc>
                <a:spcPct val="100000"/>
              </a:lnSpc>
              <a:spcAft>
                <a:spcPts val="0"/>
              </a:spcAft>
              <a:buClrTx/>
              <a:buSzTx/>
              <a:buNone/>
            </a:pPr>
            <a:r>
              <a:rPr lang="zh-CN" altLang="en-US" dirty="0"/>
              <a:t>单击此处编辑副标题</a:t>
            </a:r>
            <a:endParaRPr lang="zh-CN" altLang="en-US" dirty="0"/>
          </a:p>
        </p:txBody>
      </p:sp>
      <p:sp>
        <p:nvSpPr>
          <p:cNvPr id="3" name="标题 2"/>
          <p:cNvSpPr>
            <a:spLocks noGrp="1"/>
          </p:cNvSpPr>
          <p:nvPr>
            <p:ph type="ctrTitle" idx="14" hasCustomPrompt="1"/>
            <p:custDataLst>
              <p:tags r:id="rId9"/>
            </p:custDataLst>
          </p:nvPr>
        </p:nvSpPr>
        <p:spPr>
          <a:xfrm>
            <a:off x="4702175" y="3579178"/>
            <a:ext cx="4536440" cy="835660"/>
          </a:xfrm>
        </p:spPr>
        <p:txBody>
          <a:bodyPr vert="horz" wrap="square" lIns="0" tIns="0" rIns="0" bIns="0" rtlCol="0" anchor="b" anchorCtr="0">
            <a:normAutofit/>
          </a:bodyPr>
          <a:lstStyle>
            <a:lvl1pPr>
              <a:defRPr kumimoji="0" lang="zh-CN" altLang="en-US" sz="4000" b="0" i="0" spc="400" baseline="0">
                <a:ln>
                  <a:noFill/>
                </a:ln>
                <a:solidFill>
                  <a:schemeClr val="tx1">
                    <a:lumMod val="85000"/>
                    <a:lumOff val="15000"/>
                  </a:schemeClr>
                </a:solidFill>
                <a:effectLst/>
                <a:uLnTx/>
                <a:latin typeface="Arial" panose="020B0604020202020204" pitchFamily="34" charset="0"/>
                <a:ea typeface="汉仪旗黑-85S" panose="00020600040101010101" pitchFamily="18" charset="-122"/>
              </a:defRPr>
            </a:lvl1pPr>
          </a:lstStyle>
          <a:p>
            <a:pPr marL="0" marR="0" lvl="0" indent="0">
              <a:spcAft>
                <a:spcPts val="0"/>
              </a:spcAft>
              <a:buClrTx/>
              <a:buSzTx/>
              <a:buFontTx/>
            </a:pPr>
            <a:r>
              <a:rPr lang="zh-CN" altLang="en-US" dirty="0"/>
              <a:t>编辑标题</a:t>
            </a:r>
            <a:endParaRPr lang="zh-CN" altLang="en-US" dirty="0"/>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grpSp>
        <p:nvGrpSpPr>
          <p:cNvPr id="10" name="组合 9"/>
          <p:cNvGrpSpPr/>
          <p:nvPr userDrawn="1">
            <p:custDataLst>
              <p:tags r:id="rId2"/>
            </p:custDataLst>
          </p:nvPr>
        </p:nvGrpSpPr>
        <p:grpSpPr>
          <a:xfrm>
            <a:off x="80961" y="100014"/>
            <a:ext cx="12025315" cy="223836"/>
            <a:chOff x="80961" y="100014"/>
            <a:chExt cx="12025315" cy="223836"/>
          </a:xfrm>
        </p:grpSpPr>
        <p:grpSp>
          <p:nvGrpSpPr>
            <p:cNvPr id="11" name="组合 10"/>
            <p:cNvGrpSpPr/>
            <p:nvPr userDrawn="1"/>
          </p:nvGrpSpPr>
          <p:grpSpPr>
            <a:xfrm>
              <a:off x="11556205" y="102393"/>
              <a:ext cx="550071" cy="220020"/>
              <a:chOff x="11556205" y="102393"/>
              <a:chExt cx="550071" cy="220020"/>
            </a:xfrm>
          </p:grpSpPr>
          <p:sp>
            <p:nvSpPr>
              <p:cNvPr id="15" name="等腰三角形 14"/>
              <p:cNvSpPr/>
              <p:nvPr userDrawn="1">
                <p:custDataLst>
                  <p:tags r:id="rId3"/>
                </p:custDataLst>
              </p:nvPr>
            </p:nvSpPr>
            <p:spPr>
              <a:xfrm>
                <a:off x="11556205" y="102395"/>
                <a:ext cx="547688" cy="220018"/>
              </a:xfrm>
              <a:prstGeom prst="triangle">
                <a:avLst>
                  <a:gd name="adj" fmla="val 78451"/>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userDrawn="1">
                <p:custDataLst>
                  <p:tags r:id="rId4"/>
                </p:custDataLst>
              </p:nvPr>
            </p:nvSpPr>
            <p:spPr>
              <a:xfrm>
                <a:off x="11784808" y="102393"/>
                <a:ext cx="321468" cy="220018"/>
              </a:xfrm>
              <a:prstGeom prst="triangle">
                <a:avLst>
                  <a:gd name="adj" fmla="val 6259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 name="组合 11"/>
            <p:cNvGrpSpPr/>
            <p:nvPr userDrawn="1"/>
          </p:nvGrpSpPr>
          <p:grpSpPr>
            <a:xfrm>
              <a:off x="80961" y="100014"/>
              <a:ext cx="557215" cy="223836"/>
              <a:chOff x="80961" y="100014"/>
              <a:chExt cx="557215" cy="223836"/>
            </a:xfrm>
          </p:grpSpPr>
          <p:sp>
            <p:nvSpPr>
              <p:cNvPr id="13" name="等腰三角形 12"/>
              <p:cNvSpPr/>
              <p:nvPr userDrawn="1">
                <p:custDataLst>
                  <p:tags r:id="rId5"/>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userDrawn="1">
                <p:custDataLst>
                  <p:tags r:id="rId6"/>
                </p:custDataLst>
              </p:nvPr>
            </p:nvSpPr>
            <p:spPr>
              <a:xfrm>
                <a:off x="80961" y="133350"/>
                <a:ext cx="426245" cy="190500"/>
              </a:xfrm>
              <a:prstGeom prst="triangle">
                <a:avLst>
                  <a:gd name="adj" fmla="val 3100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标题 1"/>
          <p:cNvSpPr>
            <a:spLocks noGrp="1"/>
          </p:cNvSpPr>
          <p:nvPr>
            <p:ph type="title"/>
            <p:custDataLst>
              <p:tags r:id="rId7"/>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内容占位符 2"/>
          <p:cNvSpPr>
            <a:spLocks noGrp="1"/>
          </p:cNvSpPr>
          <p:nvPr>
            <p:ph sz="half" idx="1"/>
            <p:custDataLst>
              <p:tags r:id="rId8"/>
            </p:custDataLst>
          </p:nvPr>
        </p:nvSpPr>
        <p:spPr>
          <a:xfrm>
            <a:off x="669930"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a:sym typeface="+mn-ea"/>
              </a:rPr>
              <a:t>单击此处编辑母版文本样式</a:t>
            </a:r>
            <a:endParaRPr>
              <a:sym typeface="+mn-ea"/>
            </a:endParaRPr>
          </a:p>
          <a:p>
            <a:pPr lvl="1"/>
            <a:r>
              <a:rPr>
                <a:sym typeface="+mn-ea"/>
              </a:rPr>
              <a:t>第二级</a:t>
            </a:r>
            <a:endParaRPr>
              <a:sym typeface="+mn-ea"/>
            </a:endParaRPr>
          </a:p>
          <a:p>
            <a:pPr lvl="2"/>
            <a:r>
              <a:rPr>
                <a:sym typeface="+mn-ea"/>
              </a:rPr>
              <a:t>第三级</a:t>
            </a:r>
            <a:endParaRPr>
              <a:sym typeface="+mn-ea"/>
            </a:endParaRPr>
          </a:p>
          <a:p>
            <a:pPr lvl="3"/>
            <a:r>
              <a:rPr>
                <a:sym typeface="+mn-ea"/>
              </a:rPr>
              <a:t>第四级</a:t>
            </a:r>
            <a:endParaRPr>
              <a:sym typeface="+mn-ea"/>
            </a:endParaRPr>
          </a:p>
          <a:p>
            <a:pPr lvl="4"/>
            <a:r>
              <a:rPr>
                <a:sym typeface="+mn-ea"/>
              </a:rPr>
              <a:t>第五级</a:t>
            </a:r>
            <a:endParaRPr>
              <a:sym typeface="+mn-ea"/>
            </a:endParaRPr>
          </a:p>
        </p:txBody>
      </p:sp>
      <p:sp>
        <p:nvSpPr>
          <p:cNvPr id="4" name="内容占位符 3"/>
          <p:cNvSpPr>
            <a:spLocks noGrp="1"/>
          </p:cNvSpPr>
          <p:nvPr>
            <p:ph sz="half" idx="2"/>
            <p:custDataLst>
              <p:tags r:id="rId9"/>
            </p:custDataLst>
          </p:nvPr>
        </p:nvSpPr>
        <p:spPr>
          <a:xfrm>
            <a:off x="6238877" y="952508"/>
            <a:ext cx="5283242" cy="5388907"/>
          </a:xfrm>
        </p:spPr>
        <p:txBody>
          <a:bodyPr wrap="square" lIns="90170" tIns="46990" rIns="90170" bIns="46990">
            <a:normAutofit/>
          </a:bodyPr>
          <a:lstStyle>
            <a:lvl1pPr eaLnBrk="1" fontAlgn="auto" latinLnBrk="0" hangingPunct="1">
              <a:defRPr sz="1600">
                <a:solidFill>
                  <a:schemeClr val="tx1"/>
                </a:solidFill>
                <a:latin typeface="Arial" panose="020B0604020202020204" pitchFamily="34" charset="0"/>
                <a:ea typeface="微软雅黑" panose="020B0503020204020204" charset="-122"/>
              </a:defRPr>
            </a:lvl1pPr>
            <a:lvl2pPr eaLnBrk="1" fontAlgn="auto" latinLnBrk="0" hangingPunct="1">
              <a:defRPr sz="1600">
                <a:solidFill>
                  <a:schemeClr val="tx1"/>
                </a:solidFill>
                <a:latin typeface="Arial" panose="020B0604020202020204" pitchFamily="34" charset="0"/>
                <a:ea typeface="微软雅黑" panose="020B0503020204020204" charset="-122"/>
              </a:defRPr>
            </a:lvl2pPr>
            <a:lvl3pPr eaLnBrk="1" fontAlgn="auto" latinLnBrk="0" hangingPunct="1">
              <a:defRPr sz="1600">
                <a:solidFill>
                  <a:schemeClr val="tx1"/>
                </a:solidFill>
                <a:latin typeface="Arial" panose="020B0604020202020204" pitchFamily="34" charset="0"/>
                <a:ea typeface="微软雅黑" panose="020B0503020204020204" charset="-122"/>
              </a:defRPr>
            </a:lvl3pPr>
            <a:lvl4pPr eaLnBrk="1" fontAlgn="auto" latinLnBrk="0" hangingPunct="1">
              <a:defRPr sz="1600">
                <a:solidFill>
                  <a:schemeClr val="tx1"/>
                </a:solidFill>
                <a:latin typeface="Arial" panose="020B0604020202020204" pitchFamily="34" charset="0"/>
                <a:ea typeface="微软雅黑" panose="020B0503020204020204" charset="-122"/>
              </a:defRPr>
            </a:lvl4pPr>
            <a:lvl5pPr eaLnBrk="1" fontAlgn="auto" latinLnBrk="0" hangingPunct="1">
              <a:defRPr sz="160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7" name="灯片编号占位符 6"/>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grpSp>
        <p:nvGrpSpPr>
          <p:cNvPr id="12" name="组合 11"/>
          <p:cNvGrpSpPr/>
          <p:nvPr userDrawn="1">
            <p:custDataLst>
              <p:tags r:id="rId2"/>
            </p:custDataLst>
          </p:nvPr>
        </p:nvGrpSpPr>
        <p:grpSpPr>
          <a:xfrm>
            <a:off x="80961" y="100014"/>
            <a:ext cx="12025315" cy="223836"/>
            <a:chOff x="80961" y="100014"/>
            <a:chExt cx="12025315" cy="223836"/>
          </a:xfrm>
        </p:grpSpPr>
        <p:grpSp>
          <p:nvGrpSpPr>
            <p:cNvPr id="13" name="组合 12"/>
            <p:cNvGrpSpPr/>
            <p:nvPr userDrawn="1"/>
          </p:nvGrpSpPr>
          <p:grpSpPr>
            <a:xfrm>
              <a:off x="11556205" y="102393"/>
              <a:ext cx="550071" cy="220020"/>
              <a:chOff x="11556205" y="102393"/>
              <a:chExt cx="550071" cy="220020"/>
            </a:xfrm>
          </p:grpSpPr>
          <p:sp>
            <p:nvSpPr>
              <p:cNvPr id="17" name="等腰三角形 16"/>
              <p:cNvSpPr/>
              <p:nvPr userDrawn="1">
                <p:custDataLst>
                  <p:tags r:id="rId3"/>
                </p:custDataLst>
              </p:nvPr>
            </p:nvSpPr>
            <p:spPr>
              <a:xfrm>
                <a:off x="11556205" y="102395"/>
                <a:ext cx="547688" cy="220018"/>
              </a:xfrm>
              <a:prstGeom prst="triangle">
                <a:avLst>
                  <a:gd name="adj" fmla="val 78451"/>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userDrawn="1">
                <p:custDataLst>
                  <p:tags r:id="rId4"/>
                </p:custDataLst>
              </p:nvPr>
            </p:nvSpPr>
            <p:spPr>
              <a:xfrm>
                <a:off x="11784808" y="102393"/>
                <a:ext cx="321468" cy="220018"/>
              </a:xfrm>
              <a:prstGeom prst="triangle">
                <a:avLst>
                  <a:gd name="adj" fmla="val 6259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4" name="组合 13"/>
            <p:cNvGrpSpPr/>
            <p:nvPr userDrawn="1"/>
          </p:nvGrpSpPr>
          <p:grpSpPr>
            <a:xfrm>
              <a:off x="80961" y="100014"/>
              <a:ext cx="557215" cy="223836"/>
              <a:chOff x="80961" y="100014"/>
              <a:chExt cx="557215" cy="223836"/>
            </a:xfrm>
          </p:grpSpPr>
          <p:sp>
            <p:nvSpPr>
              <p:cNvPr id="15" name="等腰三角形 14"/>
              <p:cNvSpPr/>
              <p:nvPr userDrawn="1">
                <p:custDataLst>
                  <p:tags r:id="rId5"/>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userDrawn="1">
                <p:custDataLst>
                  <p:tags r:id="rId6"/>
                </p:custDataLst>
              </p:nvPr>
            </p:nvSpPr>
            <p:spPr>
              <a:xfrm>
                <a:off x="80961" y="133350"/>
                <a:ext cx="426245" cy="190500"/>
              </a:xfrm>
              <a:prstGeom prst="triangle">
                <a:avLst>
                  <a:gd name="adj" fmla="val 3100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标题 1"/>
          <p:cNvSpPr>
            <a:spLocks noGrp="1"/>
          </p:cNvSpPr>
          <p:nvPr>
            <p:ph type="title"/>
            <p:custDataLst>
              <p:tags r:id="rId7"/>
            </p:custDataLst>
          </p:nvPr>
        </p:nvSpPr>
        <p:spPr>
          <a:xfrm>
            <a:off x="669882"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文本占位符 2"/>
          <p:cNvSpPr>
            <a:spLocks noGrp="1"/>
          </p:cNvSpPr>
          <p:nvPr>
            <p:ph type="body" idx="1" hasCustomPrompt="1"/>
            <p:custDataLst>
              <p:tags r:id="rId8"/>
            </p:custDataLst>
          </p:nvPr>
        </p:nvSpPr>
        <p:spPr>
          <a:xfrm>
            <a:off x="669930" y="952508"/>
            <a:ext cx="5283242" cy="381003"/>
          </a:xfrm>
        </p:spPr>
        <p:txBody>
          <a:bodyPr wrap="square" lIns="90170" tIns="46990" rIns="90170" bIns="46990" anchor="ctr" anchorCtr="0">
            <a:normAutofit/>
          </a:bodyPr>
          <a:lstStyle>
            <a:lvl1pPr marL="0" indent="0" eaLnBrk="1" fontAlgn="auto" latinLnBrk="0" hangingPunct="1">
              <a:lnSpc>
                <a:spcPct val="100000"/>
              </a:lnSpc>
              <a:spcAft>
                <a:spcPts val="0"/>
              </a:spcAft>
              <a:buNone/>
              <a:defRPr sz="2000" b="0" u="none" strike="noStrike" kern="1200" cap="none" spc="200" normalizeH="0" baseline="0">
                <a:solidFill>
                  <a:schemeClr val="tx1"/>
                </a:solidFill>
                <a:uFillTx/>
                <a:latin typeface="Arial" panose="020B0604020202020204" pitchFamily="34" charset="0"/>
                <a:ea typeface="微软雅黑" panose="020B0503020204020204" charset="-122"/>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9"/>
            </p:custDataLst>
          </p:nvPr>
        </p:nvSpPr>
        <p:spPr>
          <a:xfrm>
            <a:off x="669925" y="1406525"/>
            <a:ext cx="5283200"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5" name="文本占位符 4"/>
          <p:cNvSpPr>
            <a:spLocks noGrp="1"/>
          </p:cNvSpPr>
          <p:nvPr>
            <p:ph type="body" sz="quarter" idx="3" hasCustomPrompt="1"/>
            <p:custDataLst>
              <p:tags r:id="rId10"/>
            </p:custDataLst>
          </p:nvPr>
        </p:nvSpPr>
        <p:spPr>
          <a:xfrm>
            <a:off x="6235750" y="952508"/>
            <a:ext cx="5283242" cy="381003"/>
          </a:xfrm>
        </p:spPr>
        <p:txBody>
          <a:bodyPr vert="horz" wrap="square" lIns="90170" tIns="46990" rIns="90170" bIns="46990" rtlCol="0" anchor="ctr" anchorCtr="0">
            <a:normAutofit/>
          </a:bodyPr>
          <a:lstStyle>
            <a:lvl1pPr marL="0" marR="0" lvl="0" indent="0" algn="l" defTabSz="914400" rtl="0" eaLnBrk="1" fontAlgn="auto" latinLnBrk="0" hangingPunct="1">
              <a:lnSpc>
                <a:spcPct val="100000"/>
              </a:lnSpc>
              <a:spcBef>
                <a:spcPts val="0"/>
              </a:spcBef>
              <a:spcAft>
                <a:spcPts val="0"/>
              </a:spcAft>
              <a:buFont typeface="Arial" panose="020B0604020202020204" pitchFamily="34" charset="0"/>
              <a:buNone/>
              <a:defRPr kumimoji="0" lang="zh-CN" altLang="en-US" sz="2000" b="0"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a:sym typeface="+mn-ea"/>
              </a:rPr>
              <a:t>单击此处编辑文本</a:t>
            </a:r>
            <a:endParaRPr>
              <a:sym typeface="+mn-ea"/>
            </a:endParaRPr>
          </a:p>
        </p:txBody>
      </p:sp>
      <p:sp>
        <p:nvSpPr>
          <p:cNvPr id="6" name="内容占位符 5"/>
          <p:cNvSpPr>
            <a:spLocks noGrp="1"/>
          </p:cNvSpPr>
          <p:nvPr>
            <p:ph sz="quarter" idx="4"/>
            <p:custDataLst>
              <p:tags r:id="rId11"/>
            </p:custDataLst>
          </p:nvPr>
        </p:nvSpPr>
        <p:spPr>
          <a:xfrm>
            <a:off x="6235750" y="1406525"/>
            <a:ext cx="5283242" cy="4934752"/>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5pPr>
          </a:lstStyle>
          <a:p>
            <a:pPr lvl="0"/>
            <a:r>
              <a:rPr dirty="0">
                <a:sym typeface="+mn-ea"/>
              </a:rPr>
              <a:t>单击此处编辑母版文本样式</a:t>
            </a:r>
            <a:endParaRPr dirty="0">
              <a:sym typeface="+mn-ea"/>
            </a:endParaRPr>
          </a:p>
          <a:p>
            <a:pPr lvl="1"/>
            <a:r>
              <a:rPr dirty="0">
                <a:sym typeface="+mn-ea"/>
              </a:rPr>
              <a:t>第二级</a:t>
            </a:r>
            <a:endParaRPr dirty="0">
              <a:sym typeface="+mn-ea"/>
            </a:endParaRPr>
          </a:p>
          <a:p>
            <a:pPr lvl="2"/>
            <a:r>
              <a:rPr dirty="0">
                <a:sym typeface="+mn-ea"/>
              </a:rPr>
              <a:t>第三级</a:t>
            </a:r>
            <a:endParaRPr dirty="0">
              <a:sym typeface="+mn-ea"/>
            </a:endParaRPr>
          </a:p>
          <a:p>
            <a:pPr lvl="3"/>
            <a:r>
              <a:rPr dirty="0">
                <a:sym typeface="+mn-ea"/>
              </a:rPr>
              <a:t>第四级</a:t>
            </a:r>
            <a:endParaRPr dirty="0">
              <a:sym typeface="+mn-ea"/>
            </a:endParaRPr>
          </a:p>
          <a:p>
            <a:pPr lvl="4"/>
            <a:r>
              <a:rPr dirty="0">
                <a:sym typeface="+mn-ea"/>
              </a:rPr>
              <a:t>第五级</a:t>
            </a:r>
            <a:endParaRPr dirty="0">
              <a:sym typeface="+mn-ea"/>
            </a:endParaRPr>
          </a:p>
        </p:txBody>
      </p:sp>
      <p:sp>
        <p:nvSpPr>
          <p:cNvPr id="7" name="日期占位符 6"/>
          <p:cNvSpPr>
            <a:spLocks noGrp="1"/>
          </p:cNvSpPr>
          <p:nvPr>
            <p:ph type="dt" sz="half" idx="10"/>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13"/>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9" name="灯片编号占位符 8"/>
          <p:cNvSpPr>
            <a:spLocks noGrp="1"/>
          </p:cNvSpPr>
          <p:nvPr>
            <p:ph type="sldNum" sz="quarter" idx="12"/>
            <p:custDataLst>
              <p:tags r:id="rId14"/>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7" name="任意多边形 6"/>
          <p:cNvSpPr/>
          <p:nvPr userDrawn="1">
            <p:custDataLst>
              <p:tags r:id="rId2"/>
            </p:custDataLst>
          </p:nvPr>
        </p:nvSpPr>
        <p:spPr>
          <a:xfrm flipH="1">
            <a:off x="0" y="0"/>
            <a:ext cx="7313295" cy="6858000"/>
          </a:xfrm>
          <a:custGeom>
            <a:avLst/>
            <a:gdLst>
              <a:gd name="connsiteX0" fmla="*/ 1714500 w 7314000"/>
              <a:gd name="connsiteY0" fmla="*/ 0 h 6858000"/>
              <a:gd name="connsiteX1" fmla="*/ 7314000 w 7314000"/>
              <a:gd name="connsiteY1" fmla="*/ 0 h 6858000"/>
              <a:gd name="connsiteX2" fmla="*/ 7314000 w 7314000"/>
              <a:gd name="connsiteY2" fmla="*/ 6858000 h 6858000"/>
              <a:gd name="connsiteX3" fmla="*/ 0 w 7314000"/>
              <a:gd name="connsiteY3" fmla="*/ 6858000 h 6858000"/>
              <a:gd name="connsiteX4" fmla="*/ 1714500 w 7314000"/>
              <a:gd name="connsiteY4" fmla="*/ 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314000" h="6858000">
                <a:moveTo>
                  <a:pt x="1714500" y="0"/>
                </a:moveTo>
                <a:lnTo>
                  <a:pt x="7314000" y="0"/>
                </a:lnTo>
                <a:lnTo>
                  <a:pt x="7314000" y="6858000"/>
                </a:lnTo>
                <a:lnTo>
                  <a:pt x="0" y="6858000"/>
                </a:lnTo>
                <a:lnTo>
                  <a:pt x="1714500" y="0"/>
                </a:lnTo>
                <a:close/>
              </a:path>
            </a:pathLst>
          </a:cu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defPPr>
              <a:defRPr lang="zh-CN">
                <a:solidFill>
                  <a:schemeClr val="lt1"/>
                </a:solidFill>
              </a:defRPr>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zh-CN" altLang="en-US"/>
          </a:p>
        </p:txBody>
      </p:sp>
      <p:grpSp>
        <p:nvGrpSpPr>
          <p:cNvPr id="11" name="组合 10"/>
          <p:cNvGrpSpPr/>
          <p:nvPr userDrawn="1">
            <p:custDataLst>
              <p:tags r:id="rId3"/>
            </p:custDataLst>
          </p:nvPr>
        </p:nvGrpSpPr>
        <p:grpSpPr>
          <a:xfrm>
            <a:off x="80861" y="6532172"/>
            <a:ext cx="557215" cy="223836"/>
            <a:chOff x="80961" y="100014"/>
            <a:chExt cx="557215" cy="223836"/>
          </a:xfrm>
        </p:grpSpPr>
        <p:sp>
          <p:nvSpPr>
            <p:cNvPr id="12" name="等腰三角形 11"/>
            <p:cNvSpPr/>
            <p:nvPr userDrawn="1">
              <p:custDataLst>
                <p:tags r:id="rId4"/>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userDrawn="1">
              <p:custDataLst>
                <p:tags r:id="rId5"/>
              </p:custDataLst>
            </p:nvPr>
          </p:nvSpPr>
          <p:spPr>
            <a:xfrm>
              <a:off x="80961" y="133350"/>
              <a:ext cx="426245" cy="190500"/>
            </a:xfrm>
            <a:prstGeom prst="triangle">
              <a:avLst>
                <a:gd name="adj" fmla="val 3100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16" name="组合 15"/>
          <p:cNvGrpSpPr/>
          <p:nvPr userDrawn="1">
            <p:custDataLst>
              <p:tags r:id="rId6"/>
            </p:custDataLst>
          </p:nvPr>
        </p:nvGrpSpPr>
        <p:grpSpPr>
          <a:xfrm>
            <a:off x="8453386" y="2924176"/>
            <a:ext cx="2453199" cy="985462"/>
            <a:chOff x="80961" y="100014"/>
            <a:chExt cx="557215" cy="223836"/>
          </a:xfrm>
          <a:solidFill>
            <a:schemeClr val="accent4"/>
          </a:solidFill>
        </p:grpSpPr>
        <p:sp>
          <p:nvSpPr>
            <p:cNvPr id="17" name="等腰三角形 16"/>
            <p:cNvSpPr/>
            <p:nvPr userDrawn="1">
              <p:custDataLst>
                <p:tags r:id="rId7"/>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userDrawn="1">
              <p:custDataLst>
                <p:tags r:id="rId8"/>
              </p:custDataLst>
            </p:nvPr>
          </p:nvSpPr>
          <p:spPr>
            <a:xfrm>
              <a:off x="80961" y="133350"/>
              <a:ext cx="426245" cy="190500"/>
            </a:xfrm>
            <a:prstGeom prst="triangle">
              <a:avLst>
                <a:gd name="adj" fmla="val 31006"/>
              </a:avLst>
            </a:prstGeom>
            <a:solidFill>
              <a:schemeClr val="accent1">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9"/>
            </p:custDataLst>
          </p:nvPr>
        </p:nvSpPr>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4" name="灯片编号占位符 3"/>
          <p:cNvSpPr>
            <a:spLocks noGrp="1"/>
          </p:cNvSpPr>
          <p:nvPr>
            <p:ph type="sldNum" sz="quarter" idx="12"/>
            <p:custDataLst>
              <p:tags r:id="rId4"/>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grpSp>
        <p:nvGrpSpPr>
          <p:cNvPr id="10" name="组合 9"/>
          <p:cNvGrpSpPr/>
          <p:nvPr userDrawn="1">
            <p:custDataLst>
              <p:tags r:id="rId2"/>
            </p:custDataLst>
          </p:nvPr>
        </p:nvGrpSpPr>
        <p:grpSpPr>
          <a:xfrm>
            <a:off x="80961" y="100014"/>
            <a:ext cx="12025315" cy="223836"/>
            <a:chOff x="80961" y="100014"/>
            <a:chExt cx="12025315" cy="223836"/>
          </a:xfrm>
        </p:grpSpPr>
        <p:grpSp>
          <p:nvGrpSpPr>
            <p:cNvPr id="11" name="组合 10"/>
            <p:cNvGrpSpPr/>
            <p:nvPr userDrawn="1"/>
          </p:nvGrpSpPr>
          <p:grpSpPr>
            <a:xfrm>
              <a:off x="11556205" y="102393"/>
              <a:ext cx="550071" cy="220020"/>
              <a:chOff x="11556205" y="102393"/>
              <a:chExt cx="550071" cy="220020"/>
            </a:xfrm>
          </p:grpSpPr>
          <p:sp>
            <p:nvSpPr>
              <p:cNvPr id="15" name="等腰三角形 14"/>
              <p:cNvSpPr/>
              <p:nvPr userDrawn="1">
                <p:custDataLst>
                  <p:tags r:id="rId3"/>
                </p:custDataLst>
              </p:nvPr>
            </p:nvSpPr>
            <p:spPr>
              <a:xfrm>
                <a:off x="11556205" y="102395"/>
                <a:ext cx="547688" cy="220018"/>
              </a:xfrm>
              <a:prstGeom prst="triangle">
                <a:avLst>
                  <a:gd name="adj" fmla="val 78451"/>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userDrawn="1">
                <p:custDataLst>
                  <p:tags r:id="rId4"/>
                </p:custDataLst>
              </p:nvPr>
            </p:nvSpPr>
            <p:spPr>
              <a:xfrm>
                <a:off x="11784808" y="102393"/>
                <a:ext cx="321468" cy="220018"/>
              </a:xfrm>
              <a:prstGeom prst="triangle">
                <a:avLst>
                  <a:gd name="adj" fmla="val 6259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2" name="组合 11"/>
            <p:cNvGrpSpPr/>
            <p:nvPr userDrawn="1"/>
          </p:nvGrpSpPr>
          <p:grpSpPr>
            <a:xfrm>
              <a:off x="80961" y="100014"/>
              <a:ext cx="557215" cy="223836"/>
              <a:chOff x="80961" y="100014"/>
              <a:chExt cx="557215" cy="223836"/>
            </a:xfrm>
          </p:grpSpPr>
          <p:sp>
            <p:nvSpPr>
              <p:cNvPr id="13" name="等腰三角形 12"/>
              <p:cNvSpPr/>
              <p:nvPr userDrawn="1">
                <p:custDataLst>
                  <p:tags r:id="rId5"/>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userDrawn="1">
                <p:custDataLst>
                  <p:tags r:id="rId6"/>
                </p:custDataLst>
              </p:nvPr>
            </p:nvSpPr>
            <p:spPr>
              <a:xfrm>
                <a:off x="80961" y="133350"/>
                <a:ext cx="426245" cy="190500"/>
              </a:xfrm>
              <a:prstGeom prst="triangle">
                <a:avLst>
                  <a:gd name="adj" fmla="val 3100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标题 1"/>
          <p:cNvSpPr>
            <a:spLocks noGrp="1"/>
          </p:cNvSpPr>
          <p:nvPr>
            <p:ph type="title"/>
            <p:custDataLst>
              <p:tags r:id="rId7"/>
            </p:custDataLst>
          </p:nvPr>
        </p:nvSpPr>
        <p:spPr>
          <a:xfrm>
            <a:off x="669930" y="443234"/>
            <a:ext cx="10852237" cy="441964"/>
          </a:xfrm>
        </p:spPr>
        <p:txBody>
          <a:bodyPr vert="horz" wrap="square" lIns="90170" tIns="46990" rIns="90170" bIns="46990" rtlCol="0" anchor="ctr" anchorCtr="0">
            <a:normAutofit/>
          </a:bodyPr>
          <a:lstStyle>
            <a:lvl1pPr marL="0" marR="0" lvl="0" algn="l" defTabSz="914400" rtl="0" eaLnBrk="1" fontAlgn="auto" latinLnBrk="0" hangingPunct="1">
              <a:lnSpc>
                <a:spcPct val="100000"/>
              </a:lnSpc>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dirty="0">
                <a:sym typeface="+mn-ea"/>
              </a:rPr>
              <a:t>单击此处编辑母版标题样式</a:t>
            </a:r>
            <a:endParaRPr dirty="0">
              <a:sym typeface="+mn-ea"/>
            </a:endParaRPr>
          </a:p>
        </p:txBody>
      </p:sp>
      <p:sp>
        <p:nvSpPr>
          <p:cNvPr id="3" name="图片占位符 2"/>
          <p:cNvSpPr>
            <a:spLocks noGrp="1"/>
          </p:cNvSpPr>
          <p:nvPr>
            <p:ph type="pic" idx="1"/>
            <p:custDataLst>
              <p:tags r:id="rId8"/>
            </p:custDataLst>
          </p:nvPr>
        </p:nvSpPr>
        <p:spPr>
          <a:xfrm>
            <a:off x="669930" y="952508"/>
            <a:ext cx="5283242" cy="5388907"/>
          </a:xfrm>
        </p:spPr>
        <p:txBody>
          <a:bodyPr vert="horz" lIns="90170" tIns="46990" rIns="90170" bIns="46990" rtlCol="0">
            <a:normAutofit/>
          </a:bodyPr>
          <a:lstStyle>
            <a:lvl1pPr marL="0" marR="0" lvl="0" indent="0" algn="l" defTabSz="914400" rtl="0" eaLnBrk="1" fontAlgn="auto" latinLnBrk="0" hangingPunct="1">
              <a:lnSpc>
                <a:spcPct val="130000"/>
              </a:lnSpc>
              <a:spcBef>
                <a:spcPts val="0"/>
              </a:spcBef>
              <a:spcAft>
                <a:spcPts val="1000"/>
              </a:spcAft>
              <a:buFont typeface="Arial" panose="020B0604020202020204" pitchFamily="34" charset="0"/>
              <a:buNone/>
              <a:defRPr kumimoji="0" lang="zh-CN" altLang="en-US" sz="1600" b="0" i="0" u="none" strike="noStrike" kern="1200" cap="none" spc="150" normalizeH="0" baseline="0" noProof="1" dirty="0">
                <a:solidFill>
                  <a:schemeClr val="tx1"/>
                </a:solidFill>
                <a:uFillTx/>
                <a:latin typeface="微软雅黑" panose="020B0503020204020204" charset="-122"/>
                <a:ea typeface="微软雅黑" panose="020B0503020204020204" charset="-122"/>
                <a:cs typeface="+mn-cs"/>
                <a:sym typeface="+mn-ea"/>
              </a:defRPr>
            </a:lvl1pPr>
            <a:lvl2pPr marL="685800" marR="0" lvl="1"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kumimoji="0" lang="zh-CN" altLang="en-US" sz="1600" b="0" i="0" u="none" strike="noStrike" kern="1200" cap="none" spc="150" normalizeH="0" baseline="0" noProof="1" dirty="0">
                <a:solidFill>
                  <a:schemeClr val="tx1"/>
                </a:solidFill>
                <a:uFillTx/>
                <a:latin typeface="+mn-lt"/>
                <a:ea typeface="+mn-ea"/>
                <a:cs typeface="+mn-cs"/>
                <a:sym typeface="+mn-ea"/>
              </a:defRPr>
            </a:lvl2pPr>
            <a:lvl3pPr marL="1143000" marR="0" lvl="2"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3pPr>
            <a:lvl4pPr marL="1600200" marR="0" lvl="3"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4pPr>
            <a:lvl5pPr marL="2057400" marR="0" lvl="4"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mn-lt"/>
                <a:ea typeface="+mn-ea"/>
                <a:cs typeface="+mn-cs"/>
                <a:sym typeface="+mn-ea"/>
              </a:defRPr>
            </a:lvl5pPr>
          </a:lstStyle>
          <a:p>
            <a:pPr lvl="0"/>
            <a:endParaRPr dirty="0">
              <a:sym typeface="+mn-ea"/>
            </a:endParaRPr>
          </a:p>
        </p:txBody>
      </p:sp>
      <p:sp>
        <p:nvSpPr>
          <p:cNvPr id="4" name="文本占位符 3"/>
          <p:cNvSpPr>
            <a:spLocks noGrp="1"/>
          </p:cNvSpPr>
          <p:nvPr>
            <p:ph type="body" sz="half" idx="2"/>
            <p:custDataLst>
              <p:tags r:id="rId9"/>
            </p:custDataLst>
          </p:nvPr>
        </p:nvSpPr>
        <p:spPr>
          <a:xfrm>
            <a:off x="6238925" y="952508"/>
            <a:ext cx="5283242" cy="5388907"/>
          </a:xfrm>
        </p:spPr>
        <p:txBody>
          <a:bodyPr vert="horz" wrap="square" lIns="90170" tIns="46990" rIns="90170" bIns="46990" rtlCol="0">
            <a:normAutofit/>
          </a:bodyPr>
          <a:lstStyle>
            <a:lvl1pPr marL="228600" marR="0" lvl="0" indent="-228600" algn="l" defTabSz="914400" rtl="0" eaLnBrk="1" fontAlgn="auto" latinLnBrk="0" hangingPunct="1">
              <a:lnSpc>
                <a:spcPct val="130000"/>
              </a:lnSpc>
              <a:spcBef>
                <a:spcPts val="0"/>
              </a:spcBef>
              <a:spcAft>
                <a:spcPts val="1000"/>
              </a:spcAft>
              <a:buFont typeface="Arial" panose="020B0604020202020204" pitchFamily="34" charset="0"/>
              <a:buChar char="•"/>
              <a:defRPr kumimoji="0" lang="zh-CN" altLang="en-US" sz="1600" b="0" i="0" u="none" strike="noStrike" kern="1200" cap="none" spc="150" normalizeH="0" baseline="0" noProof="1" dirty="0">
                <a:solidFill>
                  <a:schemeClr val="tx1"/>
                </a:solidFill>
                <a:uFillTx/>
                <a:latin typeface="Arial" panose="020B0604020202020204" pitchFamily="34" charset="0"/>
                <a:ea typeface="微软雅黑" panose="020B0503020204020204" charset="-122"/>
                <a:cs typeface="+mn-cs"/>
                <a:sym typeface="+mn-ea"/>
              </a:defRPr>
            </a:lvl1pPr>
          </a:lstStyle>
          <a:p>
            <a:pPr lvl="0"/>
            <a:r>
              <a:rPr>
                <a:sym typeface="+mn-ea"/>
              </a:rPr>
              <a:t>单击此处编辑母版文本样式</a:t>
            </a:r>
            <a:endParaRPr>
              <a:sym typeface="+mn-ea"/>
            </a:endParaRPr>
          </a:p>
        </p:txBody>
      </p:sp>
      <p:sp>
        <p:nvSpPr>
          <p:cNvPr id="5" name="日期占位符 4"/>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7" name="灯片编号占位符 6"/>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FABC47A4-756D-490B-A52F-7D9E2C9FC05F}" type="slidenum">
              <a:rPr lang="zh-CN" altLang="en-US" smtClean="0"/>
            </a:fld>
            <a:endParaRPr lang="zh-CN" alt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grpSp>
        <p:nvGrpSpPr>
          <p:cNvPr id="9" name="组合 8"/>
          <p:cNvGrpSpPr/>
          <p:nvPr userDrawn="1">
            <p:custDataLst>
              <p:tags r:id="rId2"/>
            </p:custDataLst>
          </p:nvPr>
        </p:nvGrpSpPr>
        <p:grpSpPr>
          <a:xfrm>
            <a:off x="80961" y="100014"/>
            <a:ext cx="12025315" cy="223836"/>
            <a:chOff x="80961" y="100014"/>
            <a:chExt cx="12025315" cy="223836"/>
          </a:xfrm>
        </p:grpSpPr>
        <p:grpSp>
          <p:nvGrpSpPr>
            <p:cNvPr id="10" name="组合 9"/>
            <p:cNvGrpSpPr/>
            <p:nvPr userDrawn="1"/>
          </p:nvGrpSpPr>
          <p:grpSpPr>
            <a:xfrm>
              <a:off x="11556205" y="102393"/>
              <a:ext cx="550071" cy="220020"/>
              <a:chOff x="11556205" y="102393"/>
              <a:chExt cx="550071" cy="220020"/>
            </a:xfrm>
          </p:grpSpPr>
          <p:sp>
            <p:nvSpPr>
              <p:cNvPr id="14" name="等腰三角形 13"/>
              <p:cNvSpPr/>
              <p:nvPr userDrawn="1">
                <p:custDataLst>
                  <p:tags r:id="rId3"/>
                </p:custDataLst>
              </p:nvPr>
            </p:nvSpPr>
            <p:spPr>
              <a:xfrm>
                <a:off x="11556205" y="102395"/>
                <a:ext cx="547688" cy="220018"/>
              </a:xfrm>
              <a:prstGeom prst="triangle">
                <a:avLst>
                  <a:gd name="adj" fmla="val 78451"/>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userDrawn="1">
                <p:custDataLst>
                  <p:tags r:id="rId4"/>
                </p:custDataLst>
              </p:nvPr>
            </p:nvSpPr>
            <p:spPr>
              <a:xfrm>
                <a:off x="11784808" y="102393"/>
                <a:ext cx="321468" cy="220018"/>
              </a:xfrm>
              <a:prstGeom prst="triangle">
                <a:avLst>
                  <a:gd name="adj" fmla="val 6259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 name="组合 10"/>
            <p:cNvGrpSpPr/>
            <p:nvPr userDrawn="1"/>
          </p:nvGrpSpPr>
          <p:grpSpPr>
            <a:xfrm>
              <a:off x="80961" y="100014"/>
              <a:ext cx="557215" cy="223836"/>
              <a:chOff x="80961" y="100014"/>
              <a:chExt cx="557215" cy="223836"/>
            </a:xfrm>
          </p:grpSpPr>
          <p:sp>
            <p:nvSpPr>
              <p:cNvPr id="12" name="等腰三角形 11"/>
              <p:cNvSpPr/>
              <p:nvPr userDrawn="1">
                <p:custDataLst>
                  <p:tags r:id="rId5"/>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userDrawn="1">
                <p:custDataLst>
                  <p:tags r:id="rId6"/>
                </p:custDataLst>
              </p:nvPr>
            </p:nvSpPr>
            <p:spPr>
              <a:xfrm>
                <a:off x="80961" y="133350"/>
                <a:ext cx="426245" cy="190500"/>
              </a:xfrm>
              <a:prstGeom prst="triangle">
                <a:avLst>
                  <a:gd name="adj" fmla="val 3100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2" name="竖排标题 1"/>
          <p:cNvSpPr>
            <a:spLocks noGrp="1"/>
          </p:cNvSpPr>
          <p:nvPr>
            <p:ph type="title" orient="vert"/>
            <p:custDataLst>
              <p:tags r:id="rId7"/>
            </p:custDataLst>
          </p:nvPr>
        </p:nvSpPr>
        <p:spPr>
          <a:xfrm>
            <a:off x="10571135" y="952508"/>
            <a:ext cx="950984" cy="5388907"/>
          </a:xfrm>
        </p:spPr>
        <p:txBody>
          <a:bodyPr vert="eaVert" wrap="square" lIns="90170" tIns="46990" rIns="90170" bIns="46990" rtlCol="0" anchor="ctr" anchorCtr="0">
            <a:normAutofit/>
          </a:bodyPr>
          <a:lstStyle>
            <a:lvl1pPr marL="0" marR="0" lvl="0" algn="l" defTabSz="914400" rtl="0" eaLnBrk="1" fontAlgn="auto" latinLnBrk="0" hangingPunct="1">
              <a:lnSpc>
                <a:spcPct val="100000"/>
              </a:lnSpc>
              <a:spcAft>
                <a:spcPts val="0"/>
              </a:spcAft>
              <a:buNone/>
              <a:defRPr kumimoji="0" lang="zh-CN" altLang="en-US" sz="2400" b="1" i="0" u="none" strike="noStrike" kern="1200" cap="none" spc="200" normalizeH="0" baseline="0" noProof="1" dirty="0">
                <a:solidFill>
                  <a:schemeClr val="tx1"/>
                </a:solidFill>
                <a:uFillTx/>
                <a:latin typeface="Arial" panose="020B0604020202020204" pitchFamily="34" charset="0"/>
                <a:ea typeface="微软雅黑" panose="020B0503020204020204" charset="-122"/>
                <a:cs typeface="+mj-cs"/>
                <a:sym typeface="+mn-ea"/>
              </a:defRPr>
            </a:lvl1pPr>
          </a:lstStyle>
          <a:p>
            <a:pPr lvl="0"/>
            <a:r>
              <a:rPr>
                <a:sym typeface="+mn-ea"/>
              </a:rPr>
              <a:t>单击此处编辑母版标题样式</a:t>
            </a:r>
            <a:endParaRPr>
              <a:sym typeface="+mn-ea"/>
            </a:endParaRPr>
          </a:p>
        </p:txBody>
      </p:sp>
      <p:sp>
        <p:nvSpPr>
          <p:cNvPr id="3" name="竖排文字占位符 2"/>
          <p:cNvSpPr>
            <a:spLocks noGrp="1"/>
          </p:cNvSpPr>
          <p:nvPr>
            <p:ph type="body" orient="vert" idx="1"/>
            <p:custDataLst>
              <p:tags r:id="rId8"/>
            </p:custDataLst>
          </p:nvPr>
        </p:nvSpPr>
        <p:spPr>
          <a:xfrm>
            <a:off x="669925" y="952500"/>
            <a:ext cx="9828101" cy="5388907"/>
          </a:xfrm>
        </p:spPr>
        <p:txBody>
          <a:bodyPr vert="eaVert" wrap="square">
            <a:normAutofit/>
          </a:bodyPr>
          <a:lstStyle>
            <a:lvl1pPr indent="0" eaLnBrk="1" fontAlgn="auto" latinLnBrk="0" hangingPunct="1">
              <a:defRPr>
                <a:solidFill>
                  <a:schemeClr val="tx1"/>
                </a:solidFill>
                <a:latin typeface="Arial" panose="020B0604020202020204" pitchFamily="34" charset="0"/>
                <a:ea typeface="微软雅黑" panose="020B0503020204020204" charset="-122"/>
              </a:defRPr>
            </a:lvl1pPr>
            <a:lvl2pPr indent="0" eaLnBrk="1" fontAlgn="auto" latinLnBrk="0" hangingPunct="1">
              <a:defRPr>
                <a:solidFill>
                  <a:schemeClr val="tx1"/>
                </a:solidFill>
                <a:latin typeface="Arial" panose="020B0604020202020204" pitchFamily="34" charset="0"/>
                <a:ea typeface="微软雅黑" panose="020B0503020204020204" charset="-122"/>
              </a:defRPr>
            </a:lvl2pPr>
            <a:lvl3pPr indent="0" eaLnBrk="1" fontAlgn="auto" latinLnBrk="0" hangingPunct="1">
              <a:defRPr>
                <a:solidFill>
                  <a:schemeClr val="tx1"/>
                </a:solidFill>
                <a:latin typeface="Arial" panose="020B0604020202020204" pitchFamily="34" charset="0"/>
                <a:ea typeface="微软雅黑" panose="020B0503020204020204" charset="-122"/>
              </a:defRPr>
            </a:lvl3pPr>
            <a:lvl4pPr indent="0" eaLnBrk="1" fontAlgn="auto" latinLnBrk="0" hangingPunct="1">
              <a:defRPr>
                <a:solidFill>
                  <a:schemeClr val="tx1"/>
                </a:solidFill>
                <a:latin typeface="Arial" panose="020B0604020202020204" pitchFamily="34" charset="0"/>
                <a:ea typeface="微软雅黑" panose="020B0503020204020204" charset="-122"/>
              </a:defRPr>
            </a:lvl4pPr>
            <a:lvl5pPr indent="0" eaLnBrk="1" fontAlgn="auto" latinLnBrk="0" hangingPunct="1">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6" name="灯片编号占位符 5"/>
          <p:cNvSpPr>
            <a:spLocks noGrp="1"/>
          </p:cNvSpPr>
          <p:nvPr>
            <p:ph type="sldNum" sz="quarter" idx="12"/>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grpSp>
        <p:nvGrpSpPr>
          <p:cNvPr id="9" name="组合 8"/>
          <p:cNvGrpSpPr/>
          <p:nvPr userDrawn="1">
            <p:custDataLst>
              <p:tags r:id="rId2"/>
            </p:custDataLst>
          </p:nvPr>
        </p:nvGrpSpPr>
        <p:grpSpPr>
          <a:xfrm>
            <a:off x="80961" y="100014"/>
            <a:ext cx="12025315" cy="223836"/>
            <a:chOff x="80961" y="100014"/>
            <a:chExt cx="12025315" cy="223836"/>
          </a:xfrm>
        </p:grpSpPr>
        <p:grpSp>
          <p:nvGrpSpPr>
            <p:cNvPr id="10" name="组合 9"/>
            <p:cNvGrpSpPr/>
            <p:nvPr userDrawn="1"/>
          </p:nvGrpSpPr>
          <p:grpSpPr>
            <a:xfrm>
              <a:off x="11556205" y="102393"/>
              <a:ext cx="550071" cy="220020"/>
              <a:chOff x="11556205" y="102393"/>
              <a:chExt cx="550071" cy="220020"/>
            </a:xfrm>
          </p:grpSpPr>
          <p:sp>
            <p:nvSpPr>
              <p:cNvPr id="14" name="等腰三角形 13"/>
              <p:cNvSpPr/>
              <p:nvPr userDrawn="1">
                <p:custDataLst>
                  <p:tags r:id="rId3"/>
                </p:custDataLst>
              </p:nvPr>
            </p:nvSpPr>
            <p:spPr>
              <a:xfrm>
                <a:off x="11556205" y="102395"/>
                <a:ext cx="547688" cy="220018"/>
              </a:xfrm>
              <a:prstGeom prst="triangle">
                <a:avLst>
                  <a:gd name="adj" fmla="val 78451"/>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userDrawn="1">
                <p:custDataLst>
                  <p:tags r:id="rId4"/>
                </p:custDataLst>
              </p:nvPr>
            </p:nvSpPr>
            <p:spPr>
              <a:xfrm>
                <a:off x="11784808" y="102393"/>
                <a:ext cx="321468" cy="220018"/>
              </a:xfrm>
              <a:prstGeom prst="triangle">
                <a:avLst>
                  <a:gd name="adj" fmla="val 6259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1" name="组合 10"/>
            <p:cNvGrpSpPr/>
            <p:nvPr userDrawn="1"/>
          </p:nvGrpSpPr>
          <p:grpSpPr>
            <a:xfrm>
              <a:off x="80961" y="100014"/>
              <a:ext cx="557215" cy="223836"/>
              <a:chOff x="80961" y="100014"/>
              <a:chExt cx="557215" cy="223836"/>
            </a:xfrm>
          </p:grpSpPr>
          <p:sp>
            <p:nvSpPr>
              <p:cNvPr id="12" name="等腰三角形 11"/>
              <p:cNvSpPr/>
              <p:nvPr userDrawn="1">
                <p:custDataLst>
                  <p:tags r:id="rId5"/>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等腰三角形 12"/>
              <p:cNvSpPr/>
              <p:nvPr userDrawn="1">
                <p:custDataLst>
                  <p:tags r:id="rId6"/>
                </p:custDataLst>
              </p:nvPr>
            </p:nvSpPr>
            <p:spPr>
              <a:xfrm>
                <a:off x="80961" y="133350"/>
                <a:ext cx="426245" cy="190500"/>
              </a:xfrm>
              <a:prstGeom prst="triangle">
                <a:avLst>
                  <a:gd name="adj" fmla="val 3100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sp>
        <p:nvSpPr>
          <p:cNvPr id="3" name="日期占位符 2"/>
          <p:cNvSpPr>
            <a:spLocks noGrp="1"/>
          </p:cNvSpPr>
          <p:nvPr>
            <p:ph type="dt" sz="half" idx="10"/>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10"/>
            </p:custDataLst>
          </p:nvPr>
        </p:nvSpPr>
        <p:spPr>
          <a:xfrm>
            <a:off x="669930" y="952508"/>
            <a:ext cx="10852237" cy="5388907"/>
          </a:xfrm>
        </p:spPr>
        <p:txBody>
          <a:bodyPr wrap="square">
            <a:normAutofit/>
          </a:bodyPr>
          <a:lstStyle>
            <a:lvl1pPr>
              <a:defRPr>
                <a:solidFill>
                  <a:schemeClr val="tx1"/>
                </a:solidFill>
                <a:latin typeface="Arial" panose="020B0604020202020204" pitchFamily="34" charset="0"/>
                <a:ea typeface="微软雅黑" panose="020B0503020204020204" charset="-122"/>
              </a:defRPr>
            </a:lvl1pPr>
            <a:lvl2pPr>
              <a:defRPr>
                <a:solidFill>
                  <a:schemeClr val="tx1"/>
                </a:solidFill>
                <a:latin typeface="Arial" panose="020B0604020202020204" pitchFamily="34" charset="0"/>
                <a:ea typeface="微软雅黑" panose="020B0503020204020204" charset="-122"/>
              </a:defRPr>
            </a:lvl2pPr>
            <a:lvl3pPr>
              <a:defRPr>
                <a:solidFill>
                  <a:schemeClr val="tx1"/>
                </a:solidFill>
                <a:latin typeface="Arial" panose="020B0604020202020204" pitchFamily="34" charset="0"/>
                <a:ea typeface="微软雅黑" panose="020B0503020204020204" charset="-122"/>
              </a:defRPr>
            </a:lvl3pPr>
            <a:lvl4pPr>
              <a:defRPr>
                <a:solidFill>
                  <a:schemeClr val="tx1"/>
                </a:solidFill>
                <a:latin typeface="Arial" panose="020B0604020202020204" pitchFamily="34" charset="0"/>
                <a:ea typeface="微软雅黑" panose="020B0503020204020204" charset="-122"/>
              </a:defRPr>
            </a:lvl4pPr>
            <a:lvl5pPr>
              <a:defRPr>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grpSp>
        <p:nvGrpSpPr>
          <p:cNvPr id="18" name="组合 17"/>
          <p:cNvGrpSpPr/>
          <p:nvPr userDrawn="1">
            <p:custDataLst>
              <p:tags r:id="rId2"/>
            </p:custDataLst>
          </p:nvPr>
        </p:nvGrpSpPr>
        <p:grpSpPr>
          <a:xfrm>
            <a:off x="0" y="1"/>
            <a:ext cx="12192000" cy="6857999"/>
            <a:chOff x="-127000" y="-1409699"/>
            <a:chExt cx="12192000" cy="6857999"/>
          </a:xfrm>
        </p:grpSpPr>
        <p:sp>
          <p:nvSpPr>
            <p:cNvPr id="19" name="等腰三角形 18"/>
            <p:cNvSpPr/>
            <p:nvPr userDrawn="1">
              <p:custDataLst>
                <p:tags r:id="rId3"/>
              </p:custDataLst>
            </p:nvPr>
          </p:nvSpPr>
          <p:spPr>
            <a:xfrm rot="10800000">
              <a:off x="-127000" y="-1409699"/>
              <a:ext cx="12192000" cy="1115880"/>
            </a:xfrm>
            <a:prstGeom prst="triangle">
              <a:avLst>
                <a:gd name="adj" fmla="val 100000"/>
              </a:avLst>
            </a:prstGeom>
            <a:solidFill>
              <a:schemeClr val="accent1">
                <a:lumMod val="40000"/>
                <a:lumOff val="60000"/>
              </a:schemeClr>
            </a:solidFill>
            <a:ln>
              <a:noFill/>
            </a:ln>
            <a:effectLst>
              <a:outerShdw blurRad="254000" dist="76200" dir="5400000" algn="t"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0" name="等腰三角形 19"/>
            <p:cNvSpPr/>
            <p:nvPr userDrawn="1">
              <p:custDataLst>
                <p:tags r:id="rId4"/>
              </p:custDataLst>
            </p:nvPr>
          </p:nvSpPr>
          <p:spPr>
            <a:xfrm rot="10800000">
              <a:off x="1451541" y="-1409699"/>
              <a:ext cx="10613457" cy="1260909"/>
            </a:xfrm>
            <a:prstGeom prst="triangle">
              <a:avLst>
                <a:gd name="adj" fmla="val 0"/>
              </a:avLst>
            </a:prstGeom>
            <a:solidFill>
              <a:schemeClr val="accent1"/>
            </a:solidFill>
            <a:ln>
              <a:noFill/>
            </a:ln>
            <a:effectLst>
              <a:outerShdw blurRad="254000" dist="76200" dir="5400000" algn="t" rotWithShape="0">
                <a:schemeClr val="tx1">
                  <a:lumMod val="95000"/>
                  <a:lumOff val="5000"/>
                  <a:alpha val="2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21" name="任意多边形: 形状 20"/>
            <p:cNvSpPr/>
            <p:nvPr userDrawn="1">
              <p:custDataLst>
                <p:tags r:id="rId5"/>
              </p:custDataLst>
            </p:nvPr>
          </p:nvSpPr>
          <p:spPr>
            <a:xfrm>
              <a:off x="-127000" y="3614738"/>
              <a:ext cx="9134474" cy="1833562"/>
            </a:xfrm>
            <a:custGeom>
              <a:avLst/>
              <a:gdLst>
                <a:gd name="connsiteX0" fmla="*/ 904095 w 9134474"/>
                <a:gd name="connsiteY0" fmla="*/ 0 h 1833562"/>
                <a:gd name="connsiteX1" fmla="*/ 9134474 w 9134474"/>
                <a:gd name="connsiteY1" fmla="*/ 1833562 h 1833562"/>
                <a:gd name="connsiteX2" fmla="*/ 0 w 9134474"/>
                <a:gd name="connsiteY2" fmla="*/ 1833562 h 1833562"/>
                <a:gd name="connsiteX3" fmla="*/ 0 w 9134474"/>
                <a:gd name="connsiteY3" fmla="*/ 813574 h 1833562"/>
              </a:gdLst>
              <a:ahLst/>
              <a:cxnLst>
                <a:cxn ang="0">
                  <a:pos x="connsiteX0" y="connsiteY0"/>
                </a:cxn>
                <a:cxn ang="0">
                  <a:pos x="connsiteX1" y="connsiteY1"/>
                </a:cxn>
                <a:cxn ang="0">
                  <a:pos x="connsiteX2" y="connsiteY2"/>
                </a:cxn>
                <a:cxn ang="0">
                  <a:pos x="connsiteX3" y="connsiteY3"/>
                </a:cxn>
              </a:cxnLst>
              <a:rect l="l" t="t" r="r" b="b"/>
              <a:pathLst>
                <a:path w="9134474" h="1833562">
                  <a:moveTo>
                    <a:pt x="904095" y="0"/>
                  </a:moveTo>
                  <a:lnTo>
                    <a:pt x="9134474" y="1833562"/>
                  </a:lnTo>
                  <a:lnTo>
                    <a:pt x="0" y="1833562"/>
                  </a:lnTo>
                  <a:lnTo>
                    <a:pt x="0" y="813574"/>
                  </a:lnTo>
                  <a:close/>
                </a:path>
              </a:pathLst>
            </a:custGeom>
            <a:solidFill>
              <a:schemeClr val="accent1"/>
            </a:solidFill>
            <a:ln>
              <a:noFill/>
            </a:ln>
            <a:effectLst>
              <a:outerShdw blurRad="254000" dist="38100" dir="10800000" algn="r" rotWithShape="0">
                <a:schemeClr val="tx1">
                  <a:lumMod val="95000"/>
                  <a:lumOff val="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zh-CN" altLang="en-US"/>
            </a:p>
          </p:txBody>
        </p:sp>
        <p:sp>
          <p:nvSpPr>
            <p:cNvPr id="22" name="等腰三角形 21"/>
            <p:cNvSpPr/>
            <p:nvPr userDrawn="1">
              <p:custDataLst>
                <p:tags r:id="rId6"/>
              </p:custDataLst>
            </p:nvPr>
          </p:nvSpPr>
          <p:spPr>
            <a:xfrm>
              <a:off x="-127000" y="4381500"/>
              <a:ext cx="10858500" cy="1066800"/>
            </a:xfrm>
            <a:prstGeom prst="triangle">
              <a:avLst>
                <a:gd name="adj" fmla="val 0"/>
              </a:avLst>
            </a:prstGeom>
            <a:solidFill>
              <a:schemeClr val="accent1">
                <a:lumMod val="40000"/>
                <a:lumOff val="60000"/>
              </a:schemeClr>
            </a:solidFill>
            <a:ln>
              <a:noFill/>
            </a:ln>
            <a:effectLst>
              <a:outerShdw blurRad="254000" dist="38100" dir="10800000" algn="r" rotWithShape="0">
                <a:schemeClr val="tx1">
                  <a:lumMod val="95000"/>
                  <a:lumOff val="5000"/>
                  <a:alpha val="2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userDrawn="1">
              <p:custDataLst>
                <p:tags r:id="rId7"/>
              </p:custDataLst>
            </p:nvPr>
          </p:nvSpPr>
          <p:spPr>
            <a:xfrm>
              <a:off x="6591300" y="4114800"/>
              <a:ext cx="5473700" cy="1333500"/>
            </a:xfrm>
            <a:prstGeom prst="triangle">
              <a:avLst>
                <a:gd name="adj" fmla="val 100000"/>
              </a:avLst>
            </a:prstGeom>
            <a:solidFill>
              <a:schemeClr val="bg1">
                <a:lumMod val="85000"/>
              </a:schemeClr>
            </a:solidFill>
            <a:ln>
              <a:noFill/>
            </a:ln>
            <a:effectLst>
              <a:outerShdw blurRad="254000" dist="50800" dir="10800000" algn="r" rotWithShape="0">
                <a:schemeClr val="tx1">
                  <a:lumMod val="95000"/>
                  <a:lumOff val="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4" name="等腰三角形 23"/>
            <p:cNvSpPr/>
            <p:nvPr userDrawn="1">
              <p:custDataLst>
                <p:tags r:id="rId8"/>
              </p:custDataLst>
            </p:nvPr>
          </p:nvSpPr>
          <p:spPr>
            <a:xfrm>
              <a:off x="9137650" y="4292600"/>
              <a:ext cx="2927350" cy="1155700"/>
            </a:xfrm>
            <a:prstGeom prst="triangle">
              <a:avLst>
                <a:gd name="adj" fmla="val 100000"/>
              </a:avLst>
            </a:prstGeom>
            <a:solidFill>
              <a:schemeClr val="bg1">
                <a:lumMod val="50000"/>
              </a:schemeClr>
            </a:solidFill>
            <a:ln>
              <a:noFill/>
            </a:ln>
            <a:effectLst>
              <a:outerShdw blurRad="254000" dist="50800" dir="10800000" algn="r" rotWithShape="0">
                <a:schemeClr val="tx1">
                  <a:lumMod val="95000"/>
                  <a:lumOff val="5000"/>
                  <a:alpha val="35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3" name="日期占位符 2"/>
          <p:cNvSpPr>
            <a:spLocks noGrp="1"/>
          </p:cNvSpPr>
          <p:nvPr>
            <p:ph type="dt" sz="half" idx="10"/>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a:p>
        </p:txBody>
      </p:sp>
      <p:sp>
        <p:nvSpPr>
          <p:cNvPr id="5" name="灯片编号占位符 4"/>
          <p:cNvSpPr>
            <a:spLocks noGrp="1"/>
          </p:cNvSpPr>
          <p:nvPr>
            <p:ph type="sldNum" sz="quarter" idx="12"/>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a:p>
        </p:txBody>
      </p:sp>
      <p:sp>
        <p:nvSpPr>
          <p:cNvPr id="2" name="标题 1"/>
          <p:cNvSpPr>
            <a:spLocks noGrp="1"/>
          </p:cNvSpPr>
          <p:nvPr>
            <p:ph type="title" idx="13" hasCustomPrompt="1"/>
            <p:custDataLst>
              <p:tags r:id="rId12"/>
            </p:custDataLst>
          </p:nvPr>
        </p:nvSpPr>
        <p:spPr>
          <a:xfrm>
            <a:off x="3413124" y="2346007"/>
            <a:ext cx="5365750" cy="1398905"/>
          </a:xfrm>
        </p:spPr>
        <p:txBody>
          <a:bodyPr vert="horz" wrap="square" lIns="0" tIns="0" rIns="0" bIns="0" rtlCol="0" anchor="b" anchorCtr="0">
            <a:normAutofit/>
          </a:bodyPr>
          <a:lstStyle>
            <a:lvl1pPr>
              <a:defRPr lang="zh-CN" altLang="en-US" sz="8000" b="0" spc="1000" baseline="0">
                <a:solidFill>
                  <a:schemeClr val="tx1">
                    <a:lumMod val="85000"/>
                    <a:lumOff val="15000"/>
                  </a:schemeClr>
                </a:solidFill>
                <a:latin typeface="Arial" panose="020B0604020202020204" pitchFamily="34" charset="0"/>
                <a:ea typeface="汉仪旗黑-85S" panose="00020600040101010101" pitchFamily="18" charset="-122"/>
              </a:defRPr>
            </a:lvl1pPr>
          </a:lstStyle>
          <a:p>
            <a:pPr marL="0" lvl="0" algn="dist"/>
            <a:r>
              <a:rPr lang="zh-CN" altLang="en-US" dirty="0"/>
              <a:t>编辑标题</a:t>
            </a:r>
            <a:endParaRPr lang="zh-CN" altLang="en-US" dirty="0"/>
          </a:p>
        </p:txBody>
      </p:sp>
      <p:sp>
        <p:nvSpPr>
          <p:cNvPr id="7" name="文本占位符 6"/>
          <p:cNvSpPr>
            <a:spLocks noGrp="1"/>
          </p:cNvSpPr>
          <p:nvPr>
            <p:ph type="body" idx="14" hasCustomPrompt="1"/>
            <p:custDataLst>
              <p:tags r:id="rId13"/>
            </p:custDataLst>
          </p:nvPr>
        </p:nvSpPr>
        <p:spPr>
          <a:xfrm>
            <a:off x="3412807" y="4063047"/>
            <a:ext cx="5399405" cy="448945"/>
          </a:xfrm>
        </p:spPr>
        <p:txBody>
          <a:bodyPr vert="horz" wrap="square" lIns="0" tIns="0" rIns="0" bIns="0" rtlCol="0" anchor="ctr" anchorCtr="0">
            <a:normAutofit/>
          </a:bodyPr>
          <a:lstStyle>
            <a:lvl1pPr>
              <a:defRPr lang="zh-CN" altLang="en-US" sz="2000" spc="200">
                <a:ln>
                  <a:noFill/>
                </a:ln>
                <a:solidFill>
                  <a:schemeClr val="tx1">
                    <a:lumMod val="65000"/>
                    <a:lumOff val="35000"/>
                  </a:schemeClr>
                </a:solidFill>
                <a:effectLst/>
                <a:uLnTx/>
                <a:latin typeface="Arial" panose="020B0604020202020204" pitchFamily="34" charset="0"/>
                <a:ea typeface="微软雅黑" panose="020B0503020204020204" charset="-122"/>
                <a:cs typeface="微软雅黑" panose="020B0503020204020204" charset="-122"/>
              </a:defRPr>
            </a:lvl1pPr>
          </a:lstStyle>
          <a:p>
            <a:pPr marL="0" lvl="0" indent="0" algn="ctr">
              <a:lnSpc>
                <a:spcPct val="100000"/>
              </a:lnSpc>
              <a:spcAft>
                <a:spcPts val="0"/>
              </a:spcAft>
              <a:buClrTx/>
              <a:buSzTx/>
              <a:buNone/>
            </a:pPr>
            <a:r>
              <a:rPr lang="zh-CN" altLang="en-US" dirty="0"/>
              <a:t>单击此处编辑副标题</a:t>
            </a:r>
            <a:endParaRPr lang="zh-CN" altLang="en-US" dirty="0"/>
          </a:p>
        </p:txBody>
      </p:sp>
      <p:grpSp>
        <p:nvGrpSpPr>
          <p:cNvPr id="8" name="组合 7"/>
          <p:cNvGrpSpPr/>
          <p:nvPr userDrawn="1">
            <p:custDataLst>
              <p:tags r:id="rId14"/>
            </p:custDataLst>
          </p:nvPr>
        </p:nvGrpSpPr>
        <p:grpSpPr>
          <a:xfrm>
            <a:off x="3398202" y="3950653"/>
            <a:ext cx="5395595" cy="561340"/>
            <a:chOff x="4893" y="5392"/>
            <a:chExt cx="9414" cy="884"/>
          </a:xfrm>
        </p:grpSpPr>
        <p:cxnSp>
          <p:nvCxnSpPr>
            <p:cNvPr id="9" name="直接连接符 8"/>
            <p:cNvCxnSpPr/>
            <p:nvPr>
              <p:custDataLst>
                <p:tags r:id="rId15"/>
              </p:custDataLst>
            </p:nvPr>
          </p:nvCxnSpPr>
          <p:spPr>
            <a:xfrm>
              <a:off x="4893" y="5392"/>
              <a:ext cx="9414"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cxnSp>
          <p:nvCxnSpPr>
            <p:cNvPr id="10" name="直接连接符 9"/>
            <p:cNvCxnSpPr/>
            <p:nvPr>
              <p:custDataLst>
                <p:tags r:id="rId16"/>
              </p:custDataLst>
            </p:nvPr>
          </p:nvCxnSpPr>
          <p:spPr>
            <a:xfrm>
              <a:off x="4893" y="6276"/>
              <a:ext cx="9414" cy="0"/>
            </a:xfrm>
            <a:prstGeom prst="line">
              <a:avLst/>
            </a:prstGeom>
            <a:ln>
              <a:solidFill>
                <a:schemeClr val="tx1">
                  <a:lumMod val="75000"/>
                  <a:lumOff val="25000"/>
                </a:schemeClr>
              </a:solidFill>
            </a:ln>
          </p:spPr>
          <p:style>
            <a:lnRef idx="1">
              <a:schemeClr val="accent1"/>
            </a:lnRef>
            <a:fillRef idx="0">
              <a:schemeClr val="accent1"/>
            </a:fillRef>
            <a:effectRef idx="0">
              <a:schemeClr val="accent1"/>
            </a:effectRef>
            <a:fontRef idx="minor">
              <a:schemeClr val="tx1"/>
            </a:fontRef>
          </p:style>
        </p:cxnSp>
      </p:gr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通用">
    <p:spTree>
      <p:nvGrpSpPr>
        <p:cNvPr id="1" name=""/>
        <p:cNvGrpSpPr/>
        <p:nvPr/>
      </p:nvGrpSpPr>
      <p:grpSpPr>
        <a:xfrm>
          <a:off x="0" y="0"/>
          <a:ext cx="0" cy="0"/>
          <a:chOff x="0" y="0"/>
          <a:chExt cx="0" cy="0"/>
        </a:xfrm>
      </p:grpSpPr>
      <p:grpSp>
        <p:nvGrpSpPr>
          <p:cNvPr id="9" name="组合 8"/>
          <p:cNvGrpSpPr/>
          <p:nvPr userDrawn="1">
            <p:custDataLst>
              <p:tags r:id="rId2"/>
            </p:custDataLst>
          </p:nvPr>
        </p:nvGrpSpPr>
        <p:grpSpPr>
          <a:xfrm rot="0">
            <a:off x="11556365" y="102235"/>
            <a:ext cx="549910" cy="219710"/>
            <a:chOff x="11556205" y="102393"/>
            <a:chExt cx="550071" cy="220020"/>
          </a:xfrm>
        </p:grpSpPr>
        <p:sp>
          <p:nvSpPr>
            <p:cNvPr id="13" name="等腰三角形 12"/>
            <p:cNvSpPr/>
            <p:nvPr userDrawn="1">
              <p:custDataLst>
                <p:tags r:id="rId3"/>
              </p:custDataLst>
            </p:nvPr>
          </p:nvSpPr>
          <p:spPr>
            <a:xfrm>
              <a:off x="11556205" y="102395"/>
              <a:ext cx="547688" cy="220018"/>
            </a:xfrm>
            <a:prstGeom prst="triangle">
              <a:avLst>
                <a:gd name="adj" fmla="val 78451"/>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4" name="等腰三角形 13"/>
            <p:cNvSpPr/>
            <p:nvPr userDrawn="1">
              <p:custDataLst>
                <p:tags r:id="rId4"/>
              </p:custDataLst>
            </p:nvPr>
          </p:nvSpPr>
          <p:spPr>
            <a:xfrm>
              <a:off x="11784808" y="102393"/>
              <a:ext cx="321468" cy="220018"/>
            </a:xfrm>
            <a:prstGeom prst="triangle">
              <a:avLst>
                <a:gd name="adj" fmla="val 6259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0" name="组合 9"/>
          <p:cNvGrpSpPr/>
          <p:nvPr userDrawn="1">
            <p:custDataLst>
              <p:tags r:id="rId5"/>
            </p:custDataLst>
          </p:nvPr>
        </p:nvGrpSpPr>
        <p:grpSpPr>
          <a:xfrm rot="0">
            <a:off x="80645" y="100330"/>
            <a:ext cx="557530" cy="223520"/>
            <a:chOff x="80961" y="100014"/>
            <a:chExt cx="557215" cy="223836"/>
          </a:xfrm>
        </p:grpSpPr>
        <p:sp>
          <p:nvSpPr>
            <p:cNvPr id="11" name="等腰三角形 10"/>
            <p:cNvSpPr/>
            <p:nvPr userDrawn="1">
              <p:custDataLst>
                <p:tags r:id="rId6"/>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2" name="等腰三角形 11"/>
            <p:cNvSpPr/>
            <p:nvPr userDrawn="1">
              <p:custDataLst>
                <p:tags r:id="rId7"/>
              </p:custDataLst>
            </p:nvPr>
          </p:nvSpPr>
          <p:spPr>
            <a:xfrm>
              <a:off x="80961" y="133350"/>
              <a:ext cx="426245" cy="190500"/>
            </a:xfrm>
            <a:prstGeom prst="triangle">
              <a:avLst>
                <a:gd name="adj" fmla="val 3100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8"/>
            </p:custDataLst>
          </p:nvPr>
        </p:nvSpPr>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相框">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292075" y="303809"/>
            <a:ext cx="11607851" cy="6250382"/>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grpSp>
        <p:nvGrpSpPr>
          <p:cNvPr id="12" name="组合 11"/>
          <p:cNvGrpSpPr/>
          <p:nvPr userDrawn="1">
            <p:custDataLst>
              <p:tags r:id="rId3"/>
            </p:custDataLst>
          </p:nvPr>
        </p:nvGrpSpPr>
        <p:grpSpPr>
          <a:xfrm rot="0">
            <a:off x="11556365" y="102235"/>
            <a:ext cx="549910" cy="219710"/>
            <a:chOff x="11556205" y="102393"/>
            <a:chExt cx="550071" cy="220020"/>
          </a:xfrm>
        </p:grpSpPr>
        <p:sp>
          <p:nvSpPr>
            <p:cNvPr id="16" name="等腰三角形 15"/>
            <p:cNvSpPr/>
            <p:nvPr userDrawn="1">
              <p:custDataLst>
                <p:tags r:id="rId4"/>
              </p:custDataLst>
            </p:nvPr>
          </p:nvSpPr>
          <p:spPr>
            <a:xfrm>
              <a:off x="11556205" y="102395"/>
              <a:ext cx="547688" cy="220018"/>
            </a:xfrm>
            <a:prstGeom prst="triangle">
              <a:avLst>
                <a:gd name="adj" fmla="val 78451"/>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userDrawn="1">
              <p:custDataLst>
                <p:tags r:id="rId5"/>
              </p:custDataLst>
            </p:nvPr>
          </p:nvSpPr>
          <p:spPr>
            <a:xfrm>
              <a:off x="11784808" y="102393"/>
              <a:ext cx="321468" cy="220018"/>
            </a:xfrm>
            <a:prstGeom prst="triangle">
              <a:avLst>
                <a:gd name="adj" fmla="val 6259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 name="组合 12"/>
          <p:cNvGrpSpPr/>
          <p:nvPr userDrawn="1">
            <p:custDataLst>
              <p:tags r:id="rId6"/>
            </p:custDataLst>
          </p:nvPr>
        </p:nvGrpSpPr>
        <p:grpSpPr>
          <a:xfrm rot="0">
            <a:off x="80645" y="100330"/>
            <a:ext cx="557530" cy="223520"/>
            <a:chOff x="80961" y="100014"/>
            <a:chExt cx="557215" cy="223836"/>
          </a:xfrm>
        </p:grpSpPr>
        <p:sp>
          <p:nvSpPr>
            <p:cNvPr id="14" name="等腰三角形 13"/>
            <p:cNvSpPr/>
            <p:nvPr userDrawn="1">
              <p:custDataLst>
                <p:tags r:id="rId7"/>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userDrawn="1">
              <p:custDataLst>
                <p:tags r:id="rId8"/>
              </p:custDataLst>
            </p:nvPr>
          </p:nvSpPr>
          <p:spPr>
            <a:xfrm>
              <a:off x="80961" y="133350"/>
              <a:ext cx="426245" cy="190500"/>
            </a:xfrm>
            <a:prstGeom prst="triangle">
              <a:avLst>
                <a:gd name="adj" fmla="val 3100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hasCustomPrompt="1"/>
            <p:custDataLst>
              <p:tags r:id="rId9"/>
            </p:custDataLst>
          </p:nvPr>
        </p:nvSpPr>
        <p:spPr>
          <a:xfrm>
            <a:off x="1281600" y="1249200"/>
            <a:ext cx="9626400" cy="723600"/>
          </a:xfrm>
        </p:spPr>
        <p:txBody>
          <a:bodyPr wrap="square" anchor="ctr">
            <a:normAutofit/>
          </a:bodyPr>
          <a:lstStyle>
            <a:lvl1pP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7" name="内容占位符 6"/>
          <p:cNvSpPr>
            <a:spLocks noGrp="1"/>
          </p:cNvSpPr>
          <p:nvPr>
            <p:ph sz="quarter" idx="13"/>
            <p:custDataLst>
              <p:tags r:id="rId10"/>
            </p:custDataLst>
          </p:nvPr>
        </p:nvSpPr>
        <p:spPr>
          <a:xfrm>
            <a:off x="1281113" y="2163600"/>
            <a:ext cx="9626600" cy="3445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3" name="日期占位符 2"/>
          <p:cNvSpPr>
            <a:spLocks noGrp="1"/>
          </p:cNvSpPr>
          <p:nvPr>
            <p:ph type="dt" sz="half" idx="10"/>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3"/>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左右">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0"/>
            <a:ext cx="4824603" cy="68580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grpSp>
        <p:nvGrpSpPr>
          <p:cNvPr id="13" name="组合 12"/>
          <p:cNvGrpSpPr/>
          <p:nvPr userDrawn="1">
            <p:custDataLst>
              <p:tags r:id="rId3"/>
            </p:custDataLst>
          </p:nvPr>
        </p:nvGrpSpPr>
        <p:grpSpPr>
          <a:xfrm>
            <a:off x="11551795" y="102395"/>
            <a:ext cx="557215" cy="223836"/>
            <a:chOff x="80961" y="100014"/>
            <a:chExt cx="557215" cy="223836"/>
          </a:xfrm>
        </p:grpSpPr>
        <p:sp>
          <p:nvSpPr>
            <p:cNvPr id="14" name="等腰三角形 13"/>
            <p:cNvSpPr/>
            <p:nvPr userDrawn="1">
              <p:custDataLst>
                <p:tags r:id="rId4"/>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userDrawn="1">
              <p:custDataLst>
                <p:tags r:id="rId5"/>
              </p:custDataLst>
            </p:nvPr>
          </p:nvSpPr>
          <p:spPr>
            <a:xfrm>
              <a:off x="80961" y="133350"/>
              <a:ext cx="426245" cy="190500"/>
            </a:xfrm>
            <a:prstGeom prst="triangle">
              <a:avLst>
                <a:gd name="adj" fmla="val 3100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hasCustomPrompt="1"/>
            <p:custDataLst>
              <p:tags r:id="rId6"/>
            </p:custDataLst>
          </p:nvPr>
        </p:nvSpPr>
        <p:spPr>
          <a:xfrm>
            <a:off x="583200" y="770400"/>
            <a:ext cx="3960000" cy="882000"/>
          </a:xfrm>
        </p:spPr>
        <p:txBody>
          <a:bodyPr wrap="square" anchor="ctr" anchorCtr="0">
            <a:normAutofit/>
          </a:bodyPr>
          <a:lstStyle>
            <a:lvl1pPr>
              <a:defRPr sz="3600" baseline="0">
                <a:solidFill>
                  <a:schemeClr val="tx1"/>
                </a:solidFill>
                <a:latin typeface="Arial" panose="020B0604020202020204" pitchFamily="34" charset="0"/>
                <a:ea typeface="微软雅黑" panose="020B0503020204020204" charset="-122"/>
              </a:defRPr>
            </a:lvl1pPr>
          </a:lstStyle>
          <a:p>
            <a:r>
              <a:rPr lang="zh-CN" altLang="en-US" dirty="0"/>
              <a:t>单击编辑标题</a:t>
            </a:r>
            <a:endParaRPr lang="zh-CN" altLang="en-US" dirty="0"/>
          </a:p>
        </p:txBody>
      </p:sp>
      <p:sp>
        <p:nvSpPr>
          <p:cNvPr id="3" name="日期占位符 2"/>
          <p:cNvSpPr>
            <a:spLocks noGrp="1"/>
          </p:cNvSpPr>
          <p:nvPr>
            <p:ph type="dt" sz="half" idx="10"/>
            <p:custDataLst>
              <p:tags r:id="rId7"/>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8"/>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9"/>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0"/>
            </p:custDataLst>
          </p:nvPr>
        </p:nvSpPr>
        <p:spPr>
          <a:xfrm>
            <a:off x="586800" y="1764000"/>
            <a:ext cx="3956400" cy="4093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1"/>
            </p:custDataLst>
          </p:nvPr>
        </p:nvSpPr>
        <p:spPr>
          <a:xfrm>
            <a:off x="5101200" y="769938"/>
            <a:ext cx="6480000" cy="5087937"/>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上下">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0"/>
            <a:ext cx="12192000" cy="2664333"/>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grpSp>
        <p:nvGrpSpPr>
          <p:cNvPr id="20" name="组合 19"/>
          <p:cNvGrpSpPr/>
          <p:nvPr userDrawn="1">
            <p:custDataLst>
              <p:tags r:id="rId3"/>
            </p:custDataLst>
          </p:nvPr>
        </p:nvGrpSpPr>
        <p:grpSpPr>
          <a:xfrm rot="0">
            <a:off x="11556365" y="102235"/>
            <a:ext cx="549910" cy="219710"/>
            <a:chOff x="11556205" y="102393"/>
            <a:chExt cx="550071" cy="220020"/>
          </a:xfrm>
        </p:grpSpPr>
        <p:sp>
          <p:nvSpPr>
            <p:cNvPr id="24" name="等腰三角形 23"/>
            <p:cNvSpPr/>
            <p:nvPr userDrawn="1">
              <p:custDataLst>
                <p:tags r:id="rId4"/>
              </p:custDataLst>
            </p:nvPr>
          </p:nvSpPr>
          <p:spPr>
            <a:xfrm>
              <a:off x="11556205" y="102395"/>
              <a:ext cx="547688" cy="220018"/>
            </a:xfrm>
            <a:prstGeom prst="triangle">
              <a:avLst>
                <a:gd name="adj" fmla="val 78451"/>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5" name="等腰三角形 24"/>
            <p:cNvSpPr/>
            <p:nvPr userDrawn="1">
              <p:custDataLst>
                <p:tags r:id="rId5"/>
              </p:custDataLst>
            </p:nvPr>
          </p:nvSpPr>
          <p:spPr>
            <a:xfrm>
              <a:off x="11784808" y="102393"/>
              <a:ext cx="321468" cy="220018"/>
            </a:xfrm>
            <a:prstGeom prst="triangle">
              <a:avLst>
                <a:gd name="adj" fmla="val 6259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21" name="组合 20"/>
          <p:cNvGrpSpPr/>
          <p:nvPr userDrawn="1">
            <p:custDataLst>
              <p:tags r:id="rId6"/>
            </p:custDataLst>
          </p:nvPr>
        </p:nvGrpSpPr>
        <p:grpSpPr>
          <a:xfrm rot="0">
            <a:off x="80645" y="100330"/>
            <a:ext cx="557530" cy="223520"/>
            <a:chOff x="80961" y="100014"/>
            <a:chExt cx="557215" cy="223836"/>
          </a:xfrm>
        </p:grpSpPr>
        <p:sp>
          <p:nvSpPr>
            <p:cNvPr id="22" name="等腰三角形 21"/>
            <p:cNvSpPr/>
            <p:nvPr userDrawn="1">
              <p:custDataLst>
                <p:tags r:id="rId7"/>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3" name="等腰三角形 22"/>
            <p:cNvSpPr/>
            <p:nvPr userDrawn="1">
              <p:custDataLst>
                <p:tags r:id="rId8"/>
              </p:custDataLst>
            </p:nvPr>
          </p:nvSpPr>
          <p:spPr>
            <a:xfrm>
              <a:off x="80961" y="133350"/>
              <a:ext cx="426245" cy="190500"/>
            </a:xfrm>
            <a:prstGeom prst="triangle">
              <a:avLst>
                <a:gd name="adj" fmla="val 3100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9"/>
            </p:custDataLst>
          </p:nvPr>
        </p:nvSpPr>
        <p:spPr>
          <a:xfrm>
            <a:off x="612000" y="781200"/>
            <a:ext cx="10976400" cy="626400"/>
          </a:xfrm>
        </p:spPr>
        <p:txBody>
          <a:bodyPr wrap="square" anchor="ctr">
            <a:normAutofit/>
          </a:bodyPr>
          <a:lstStyle>
            <a:lvl1pPr algn="ctr">
              <a:defRPr sz="36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612000" y="1659600"/>
            <a:ext cx="10975975" cy="828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9" name="内容占位符 8"/>
          <p:cNvSpPr>
            <a:spLocks noGrp="1"/>
          </p:cNvSpPr>
          <p:nvPr>
            <p:ph sz="quarter" idx="14"/>
            <p:custDataLst>
              <p:tags r:id="rId14"/>
            </p:custDataLst>
          </p:nvPr>
        </p:nvSpPr>
        <p:spPr>
          <a:xfrm>
            <a:off x="612775" y="2808000"/>
            <a:ext cx="10965600" cy="34308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下上">
    <p:spTree>
      <p:nvGrpSpPr>
        <p:cNvPr id="1" name=""/>
        <p:cNvGrpSpPr/>
        <p:nvPr/>
      </p:nvGrpSpPr>
      <p:grpSpPr>
        <a:xfrm>
          <a:off x="0" y="0"/>
          <a:ext cx="0" cy="0"/>
          <a:chOff x="0" y="0"/>
          <a:chExt cx="0" cy="0"/>
        </a:xfrm>
      </p:grpSpPr>
      <p:sp>
        <p:nvSpPr>
          <p:cNvPr id="11" name="矩形 10"/>
          <p:cNvSpPr/>
          <p:nvPr userDrawn="1">
            <p:custDataLst>
              <p:tags r:id="rId2"/>
            </p:custDataLst>
          </p:nvPr>
        </p:nvSpPr>
        <p:spPr>
          <a:xfrm>
            <a:off x="0" y="5028971"/>
            <a:ext cx="12192000" cy="1829029"/>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grpSp>
        <p:nvGrpSpPr>
          <p:cNvPr id="13" name="组合 12"/>
          <p:cNvGrpSpPr/>
          <p:nvPr userDrawn="1">
            <p:custDataLst>
              <p:tags r:id="rId3"/>
            </p:custDataLst>
          </p:nvPr>
        </p:nvGrpSpPr>
        <p:grpSpPr>
          <a:xfrm rot="0">
            <a:off x="11556365" y="102235"/>
            <a:ext cx="549910" cy="219710"/>
            <a:chOff x="11556205" y="102393"/>
            <a:chExt cx="550071" cy="220020"/>
          </a:xfrm>
        </p:grpSpPr>
        <p:sp>
          <p:nvSpPr>
            <p:cNvPr id="17" name="等腰三角形 16"/>
            <p:cNvSpPr/>
            <p:nvPr userDrawn="1">
              <p:custDataLst>
                <p:tags r:id="rId4"/>
              </p:custDataLst>
            </p:nvPr>
          </p:nvSpPr>
          <p:spPr>
            <a:xfrm>
              <a:off x="11556205" y="102395"/>
              <a:ext cx="547688" cy="220018"/>
            </a:xfrm>
            <a:prstGeom prst="triangle">
              <a:avLst>
                <a:gd name="adj" fmla="val 78451"/>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等腰三角形 17"/>
            <p:cNvSpPr/>
            <p:nvPr userDrawn="1">
              <p:custDataLst>
                <p:tags r:id="rId5"/>
              </p:custDataLst>
            </p:nvPr>
          </p:nvSpPr>
          <p:spPr>
            <a:xfrm>
              <a:off x="11784808" y="102393"/>
              <a:ext cx="321468" cy="220018"/>
            </a:xfrm>
            <a:prstGeom prst="triangle">
              <a:avLst>
                <a:gd name="adj" fmla="val 6259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4" name="组合 13"/>
          <p:cNvGrpSpPr/>
          <p:nvPr userDrawn="1">
            <p:custDataLst>
              <p:tags r:id="rId6"/>
            </p:custDataLst>
          </p:nvPr>
        </p:nvGrpSpPr>
        <p:grpSpPr>
          <a:xfrm rot="0">
            <a:off x="80645" y="100330"/>
            <a:ext cx="557530" cy="223520"/>
            <a:chOff x="80961" y="100014"/>
            <a:chExt cx="557215" cy="223836"/>
          </a:xfrm>
        </p:grpSpPr>
        <p:sp>
          <p:nvSpPr>
            <p:cNvPr id="15" name="等腰三角形 14"/>
            <p:cNvSpPr/>
            <p:nvPr userDrawn="1">
              <p:custDataLst>
                <p:tags r:id="rId7"/>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6" name="等腰三角形 15"/>
            <p:cNvSpPr/>
            <p:nvPr userDrawn="1">
              <p:custDataLst>
                <p:tags r:id="rId8"/>
              </p:custDataLst>
            </p:nvPr>
          </p:nvSpPr>
          <p:spPr>
            <a:xfrm>
              <a:off x="80961" y="133350"/>
              <a:ext cx="426245" cy="190500"/>
            </a:xfrm>
            <a:prstGeom prst="triangle">
              <a:avLst>
                <a:gd name="adj" fmla="val 3100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9"/>
            </p:custDataLst>
          </p:nvPr>
        </p:nvSpPr>
        <p:spPr>
          <a:xfrm>
            <a:off x="604800" y="669600"/>
            <a:ext cx="10976400" cy="565200"/>
          </a:xfrm>
        </p:spPr>
        <p:txBody>
          <a:bodyPr wrap="square" anchor="ctr" anchorCtr="0">
            <a:normAutofit/>
          </a:bodyPr>
          <a:lstStyle>
            <a:lvl1pPr algn="ctr">
              <a:defRPr sz="3200"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604837" y="1681200"/>
            <a:ext cx="10990800" cy="321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文本占位符 8"/>
          <p:cNvSpPr>
            <a:spLocks noGrp="1"/>
          </p:cNvSpPr>
          <p:nvPr>
            <p:ph type="body" sz="quarter" idx="14"/>
            <p:custDataLst>
              <p:tags r:id="rId14"/>
            </p:custDataLst>
          </p:nvPr>
        </p:nvSpPr>
        <p:spPr>
          <a:xfrm>
            <a:off x="594000" y="5180400"/>
            <a:ext cx="11001600" cy="10116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导航">
    <p:spTree>
      <p:nvGrpSpPr>
        <p:cNvPr id="1" name=""/>
        <p:cNvGrpSpPr/>
        <p:nvPr/>
      </p:nvGrpSpPr>
      <p:grpSpPr>
        <a:xfrm>
          <a:off x="0" y="0"/>
          <a:ext cx="0" cy="0"/>
          <a:chOff x="0" y="0"/>
          <a:chExt cx="0" cy="0"/>
        </a:xfrm>
      </p:grpSpPr>
      <p:sp>
        <p:nvSpPr>
          <p:cNvPr id="14" name="矩形 13"/>
          <p:cNvSpPr/>
          <p:nvPr userDrawn="1">
            <p:custDataLst>
              <p:tags r:id="rId2"/>
            </p:custDataLst>
          </p:nvPr>
        </p:nvSpPr>
        <p:spPr>
          <a:xfrm>
            <a:off x="0" y="0"/>
            <a:ext cx="12192000" cy="914400"/>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grpSp>
        <p:nvGrpSpPr>
          <p:cNvPr id="16" name="组合 15"/>
          <p:cNvGrpSpPr/>
          <p:nvPr userDrawn="1">
            <p:custDataLst>
              <p:tags r:id="rId3"/>
            </p:custDataLst>
          </p:nvPr>
        </p:nvGrpSpPr>
        <p:grpSpPr>
          <a:xfrm rot="0">
            <a:off x="84455" y="6534785"/>
            <a:ext cx="549910" cy="219710"/>
            <a:chOff x="11556205" y="102393"/>
            <a:chExt cx="550071" cy="220020"/>
          </a:xfrm>
        </p:grpSpPr>
        <p:sp>
          <p:nvSpPr>
            <p:cNvPr id="20" name="等腰三角形 19"/>
            <p:cNvSpPr/>
            <p:nvPr userDrawn="1">
              <p:custDataLst>
                <p:tags r:id="rId4"/>
              </p:custDataLst>
            </p:nvPr>
          </p:nvSpPr>
          <p:spPr>
            <a:xfrm>
              <a:off x="11556205" y="102395"/>
              <a:ext cx="547688" cy="220018"/>
            </a:xfrm>
            <a:prstGeom prst="triangle">
              <a:avLst>
                <a:gd name="adj" fmla="val 78451"/>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1" name="等腰三角形 20"/>
            <p:cNvSpPr/>
            <p:nvPr userDrawn="1">
              <p:custDataLst>
                <p:tags r:id="rId5"/>
              </p:custDataLst>
            </p:nvPr>
          </p:nvSpPr>
          <p:spPr>
            <a:xfrm>
              <a:off x="11784808" y="102393"/>
              <a:ext cx="321468" cy="220018"/>
            </a:xfrm>
            <a:prstGeom prst="triangle">
              <a:avLst>
                <a:gd name="adj" fmla="val 6259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7" name="组合 16"/>
          <p:cNvGrpSpPr/>
          <p:nvPr userDrawn="1">
            <p:custDataLst>
              <p:tags r:id="rId6"/>
            </p:custDataLst>
          </p:nvPr>
        </p:nvGrpSpPr>
        <p:grpSpPr>
          <a:xfrm rot="0">
            <a:off x="11548110" y="6529705"/>
            <a:ext cx="557530" cy="223520"/>
            <a:chOff x="80961" y="100014"/>
            <a:chExt cx="557215" cy="223836"/>
          </a:xfrm>
        </p:grpSpPr>
        <p:sp>
          <p:nvSpPr>
            <p:cNvPr id="18" name="等腰三角形 17"/>
            <p:cNvSpPr/>
            <p:nvPr userDrawn="1">
              <p:custDataLst>
                <p:tags r:id="rId7"/>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9" name="等腰三角形 18"/>
            <p:cNvSpPr/>
            <p:nvPr userDrawn="1">
              <p:custDataLst>
                <p:tags r:id="rId8"/>
              </p:custDataLst>
            </p:nvPr>
          </p:nvSpPr>
          <p:spPr>
            <a:xfrm>
              <a:off x="80961" y="133350"/>
              <a:ext cx="426245" cy="190500"/>
            </a:xfrm>
            <a:prstGeom prst="triangle">
              <a:avLst>
                <a:gd name="adj" fmla="val 3100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p:custDataLst>
              <p:tags r:id="rId9"/>
            </p:custDataLst>
          </p:nvPr>
        </p:nvSpPr>
        <p:spPr>
          <a:xfrm>
            <a:off x="579600" y="237600"/>
            <a:ext cx="11037600" cy="441964"/>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r>
              <a:rPr lang="zh-CN" altLang="en-US" dirty="0"/>
              <a:t>单击此处编辑母版标题样式</a:t>
            </a:r>
            <a:endParaRPr lang="zh-CN" altLang="en-US" dirty="0"/>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内容占位符 6"/>
          <p:cNvSpPr>
            <a:spLocks noGrp="1"/>
          </p:cNvSpPr>
          <p:nvPr>
            <p:ph sz="quarter" idx="13"/>
            <p:custDataLst>
              <p:tags r:id="rId13"/>
            </p:custDataLst>
          </p:nvPr>
        </p:nvSpPr>
        <p:spPr>
          <a:xfrm>
            <a:off x="579600" y="1663200"/>
            <a:ext cx="53424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9" name="内容占位符 8"/>
          <p:cNvSpPr>
            <a:spLocks noGrp="1"/>
          </p:cNvSpPr>
          <p:nvPr>
            <p:ph sz="quarter" idx="14"/>
            <p:custDataLst>
              <p:tags r:id="rId14"/>
            </p:custDataLst>
          </p:nvPr>
        </p:nvSpPr>
        <p:spPr>
          <a:xfrm>
            <a:off x="6242400" y="1663200"/>
            <a:ext cx="5367600" cy="28944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vl2pPr>
              <a:defRPr baseline="0">
                <a:solidFill>
                  <a:schemeClr val="tx1"/>
                </a:solidFill>
                <a:latin typeface="Arial" panose="020B0604020202020204" pitchFamily="34" charset="0"/>
                <a:ea typeface="微软雅黑" panose="020B0503020204020204" charset="-122"/>
              </a:defRPr>
            </a:lvl2pPr>
            <a:lvl3pPr>
              <a:defRPr baseline="0">
                <a:solidFill>
                  <a:schemeClr val="tx1"/>
                </a:solidFill>
                <a:latin typeface="Arial" panose="020B0604020202020204" pitchFamily="34" charset="0"/>
                <a:ea typeface="微软雅黑" panose="020B0503020204020204" charset="-122"/>
              </a:defRPr>
            </a:lvl3pPr>
            <a:lvl4pPr>
              <a:defRPr baseline="0">
                <a:solidFill>
                  <a:schemeClr val="tx1"/>
                </a:solidFill>
                <a:latin typeface="Arial" panose="020B0604020202020204" pitchFamily="34" charset="0"/>
                <a:ea typeface="微软雅黑" panose="020B0503020204020204" charset="-122"/>
              </a:defRPr>
            </a:lvl4pPr>
            <a:lvl5pPr>
              <a:defRPr baseline="0">
                <a:solidFill>
                  <a:schemeClr val="tx1"/>
                </a:solidFill>
                <a:latin typeface="Arial" panose="020B0604020202020204" pitchFamily="34" charset="0"/>
                <a:ea typeface="微软雅黑" panose="020B0503020204020204" charset="-122"/>
              </a:defRPr>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11" name="文本占位符 10"/>
          <p:cNvSpPr>
            <a:spLocks noGrp="1"/>
          </p:cNvSpPr>
          <p:nvPr>
            <p:ph type="body" sz="quarter" idx="15"/>
            <p:custDataLst>
              <p:tags r:id="rId15"/>
            </p:custDataLst>
          </p:nvPr>
        </p:nvSpPr>
        <p:spPr>
          <a:xfrm>
            <a:off x="572400" y="4816800"/>
            <a:ext cx="53424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
        <p:nvSpPr>
          <p:cNvPr id="13" name="文本占位符 12"/>
          <p:cNvSpPr>
            <a:spLocks noGrp="1"/>
          </p:cNvSpPr>
          <p:nvPr>
            <p:ph type="body" sz="quarter" idx="16"/>
            <p:custDataLst>
              <p:tags r:id="rId16"/>
            </p:custDataLst>
          </p:nvPr>
        </p:nvSpPr>
        <p:spPr>
          <a:xfrm>
            <a:off x="6253200" y="4813200"/>
            <a:ext cx="5367600" cy="781200"/>
          </a:xfrm>
        </p:spPr>
        <p:txBody>
          <a:bodyPr wrap="square">
            <a:normAutofit/>
          </a:bodyPr>
          <a:lstStyle>
            <a:lvl1pP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腰带">
    <p:spTree>
      <p:nvGrpSpPr>
        <p:cNvPr id="1" name=""/>
        <p:cNvGrpSpPr/>
        <p:nvPr/>
      </p:nvGrpSpPr>
      <p:grpSpPr>
        <a:xfrm>
          <a:off x="0" y="0"/>
          <a:ext cx="0" cy="0"/>
          <a:chOff x="0" y="0"/>
          <a:chExt cx="0" cy="0"/>
        </a:xfrm>
      </p:grpSpPr>
      <p:sp>
        <p:nvSpPr>
          <p:cNvPr id="10" name="矩形 9"/>
          <p:cNvSpPr/>
          <p:nvPr userDrawn="1">
            <p:custDataLst>
              <p:tags r:id="rId2"/>
            </p:custDataLst>
          </p:nvPr>
        </p:nvSpPr>
        <p:spPr>
          <a:xfrm>
            <a:off x="0" y="953691"/>
            <a:ext cx="12192000" cy="4950618"/>
          </a:xfrm>
          <a:prstGeom prst="rect">
            <a:avLst/>
          </a:prstGeom>
          <a:solidFill>
            <a:schemeClr val="tx2"/>
          </a:solidFill>
          <a:ln w="12700" cap="flat" cmpd="sng" algn="ctr">
            <a:solidFill>
              <a:schemeClr val="accent1">
                <a:shade val="50000"/>
                <a:alpha val="0"/>
              </a:schemeClr>
            </a:solidFill>
            <a:prstDash val="solid"/>
            <a:miter lim="800000"/>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rmAutofit/>
          </a:bodyPr>
          <a:lstStyle/>
          <a:p>
            <a:pPr algn="ctr"/>
            <a:endParaRPr lang="zh-CN" altLang="en-US"/>
          </a:p>
        </p:txBody>
      </p:sp>
      <p:grpSp>
        <p:nvGrpSpPr>
          <p:cNvPr id="12" name="组合 11"/>
          <p:cNvGrpSpPr/>
          <p:nvPr userDrawn="1">
            <p:custDataLst>
              <p:tags r:id="rId3"/>
            </p:custDataLst>
          </p:nvPr>
        </p:nvGrpSpPr>
        <p:grpSpPr>
          <a:xfrm rot="0">
            <a:off x="202565" y="6134100"/>
            <a:ext cx="1223645" cy="489585"/>
            <a:chOff x="11556201" y="102393"/>
            <a:chExt cx="550078" cy="220020"/>
          </a:xfrm>
          <a:solidFill>
            <a:schemeClr val="accent3"/>
          </a:solidFill>
        </p:grpSpPr>
        <p:sp>
          <p:nvSpPr>
            <p:cNvPr id="16" name="等腰三角形 15"/>
            <p:cNvSpPr/>
            <p:nvPr userDrawn="1">
              <p:custDataLst>
                <p:tags r:id="rId4"/>
              </p:custDataLst>
            </p:nvPr>
          </p:nvSpPr>
          <p:spPr>
            <a:xfrm>
              <a:off x="11556201" y="102395"/>
              <a:ext cx="547688" cy="220018"/>
            </a:xfrm>
            <a:prstGeom prst="triangle">
              <a:avLst>
                <a:gd name="adj" fmla="val 78451"/>
              </a:avLst>
            </a:prstGeom>
            <a:solidFill>
              <a:schemeClr val="bg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7" name="等腰三角形 16"/>
            <p:cNvSpPr/>
            <p:nvPr userDrawn="1">
              <p:custDataLst>
                <p:tags r:id="rId5"/>
              </p:custDataLst>
            </p:nvPr>
          </p:nvSpPr>
          <p:spPr>
            <a:xfrm>
              <a:off x="11784811" y="102393"/>
              <a:ext cx="321468" cy="220018"/>
            </a:xfrm>
            <a:prstGeom prst="triangle">
              <a:avLst>
                <a:gd name="adj" fmla="val 62592"/>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grpSp>
      <p:grpSp>
        <p:nvGrpSpPr>
          <p:cNvPr id="13" name="组合 12"/>
          <p:cNvGrpSpPr/>
          <p:nvPr userDrawn="1">
            <p:custDataLst>
              <p:tags r:id="rId6"/>
            </p:custDataLst>
          </p:nvPr>
        </p:nvGrpSpPr>
        <p:grpSpPr>
          <a:xfrm rot="0">
            <a:off x="10745470" y="6122035"/>
            <a:ext cx="1263650" cy="507365"/>
            <a:chOff x="80961" y="100014"/>
            <a:chExt cx="557215" cy="223836"/>
          </a:xfrm>
          <a:solidFill>
            <a:schemeClr val="accent3"/>
          </a:solidFill>
        </p:grpSpPr>
        <p:sp>
          <p:nvSpPr>
            <p:cNvPr id="14" name="等腰三角形 13"/>
            <p:cNvSpPr/>
            <p:nvPr userDrawn="1">
              <p:custDataLst>
                <p:tags r:id="rId7"/>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等腰三角形 14"/>
            <p:cNvSpPr/>
            <p:nvPr userDrawn="1">
              <p:custDataLst>
                <p:tags r:id="rId8"/>
              </p:custDataLst>
            </p:nvPr>
          </p:nvSpPr>
          <p:spPr>
            <a:xfrm>
              <a:off x="80961" y="133350"/>
              <a:ext cx="426245" cy="190500"/>
            </a:xfrm>
            <a:prstGeom prst="triangle">
              <a:avLst>
                <a:gd name="adj" fmla="val 3100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2" name="标题 1"/>
          <p:cNvSpPr>
            <a:spLocks noGrp="1"/>
          </p:cNvSpPr>
          <p:nvPr>
            <p:ph type="title" hasCustomPrompt="1"/>
            <p:custDataLst>
              <p:tags r:id="rId9"/>
            </p:custDataLst>
          </p:nvPr>
        </p:nvSpPr>
        <p:spPr>
          <a:xfrm>
            <a:off x="1522800" y="1339200"/>
            <a:ext cx="9144000" cy="2386800"/>
          </a:xfrm>
        </p:spPr>
        <p:txBody>
          <a:bodyPr wrap="square" anchor="b">
            <a:normAutofit/>
          </a:bodyPr>
          <a:lstStyle>
            <a:lvl1pPr algn="ctr">
              <a:defRPr sz="6000" baseline="0">
                <a:solidFill>
                  <a:schemeClr val="tx1"/>
                </a:solidFill>
                <a:latin typeface="Arial" panose="020B0604020202020204" pitchFamily="34" charset="0"/>
                <a:ea typeface="微软雅黑" panose="020B0503020204020204" charset="-122"/>
              </a:defRPr>
            </a:lvl1pPr>
          </a:lstStyle>
          <a:p>
            <a:r>
              <a:rPr lang="zh-CN" altLang="en-US" dirty="0"/>
              <a:t>单击此处编辑标题</a:t>
            </a:r>
            <a:endParaRPr lang="zh-CN" altLang="en-US" dirty="0"/>
          </a:p>
        </p:txBody>
      </p:sp>
      <p:sp>
        <p:nvSpPr>
          <p:cNvPr id="3" name="日期占位符 2"/>
          <p:cNvSpPr>
            <a:spLocks noGrp="1"/>
          </p:cNvSpPr>
          <p:nvPr>
            <p:ph type="dt" sz="half" idx="10"/>
            <p:custDataLst>
              <p:tags r:id="rId10"/>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11"/>
            </p:custDataLst>
          </p:nvPr>
        </p:nvSpPr>
        <p:spPr/>
        <p:txBody>
          <a:bodyPr wrap="square">
            <a:normAutofit/>
          </a:bodyPr>
          <a:lstStyle>
            <a:lvl1pPr>
              <a:defRPr>
                <a:latin typeface="Arial" panose="020B0604020202020204" pitchFamily="34" charset="0"/>
                <a:ea typeface="微软雅黑" panose="020B0503020204020204" charset="-122"/>
              </a:defRPr>
            </a:lvl1pPr>
          </a:lstStyle>
          <a:p>
            <a:endParaRPr lang="zh-CN" altLang="en-US" dirty="0"/>
          </a:p>
        </p:txBody>
      </p:sp>
      <p:sp>
        <p:nvSpPr>
          <p:cNvPr id="5" name="灯片编号占位符 4"/>
          <p:cNvSpPr>
            <a:spLocks noGrp="1"/>
          </p:cNvSpPr>
          <p:nvPr>
            <p:ph type="sldNum" sz="quarter" idx="12"/>
            <p:custDataLst>
              <p:tags r:id="rId12"/>
            </p:custDataLst>
          </p:nvPr>
        </p:nvSpPr>
        <p:spPr/>
        <p:txBody>
          <a:bodyPr wrap="square">
            <a:normAutofit/>
          </a:bodyPr>
          <a:lstStyle>
            <a:lvl1pPr>
              <a:defRPr>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文本占位符 6"/>
          <p:cNvSpPr>
            <a:spLocks noGrp="1"/>
          </p:cNvSpPr>
          <p:nvPr>
            <p:ph type="body" sz="quarter" idx="13"/>
            <p:custDataLst>
              <p:tags r:id="rId13"/>
            </p:custDataLst>
          </p:nvPr>
        </p:nvSpPr>
        <p:spPr>
          <a:xfrm>
            <a:off x="1522413" y="3862800"/>
            <a:ext cx="9144000" cy="1656000"/>
          </a:xfrm>
        </p:spPr>
        <p:txBody>
          <a:bodyPr wrap="square">
            <a:normAutofit/>
          </a:bodyPr>
          <a:lstStyle>
            <a:lvl1pPr algn="ctr">
              <a:defRPr baseline="0">
                <a:solidFill>
                  <a:schemeClr val="tx1"/>
                </a:solidFill>
                <a:latin typeface="Arial" panose="020B0604020202020204" pitchFamily="34" charset="0"/>
                <a:ea typeface="微软雅黑" panose="020B0503020204020204" charset="-122"/>
              </a:defRPr>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1" Type="http://schemas.openxmlformats.org/officeDocument/2006/relationships/theme" Target="../theme/theme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19.xml"/><Relationship Id="rId8" Type="http://schemas.openxmlformats.org/officeDocument/2006/relationships/slideLayout" Target="../slideLayouts/slideLayout18.xml"/><Relationship Id="rId7" Type="http://schemas.openxmlformats.org/officeDocument/2006/relationships/slideLayout" Target="../slideLayouts/slideLayout17.xml"/><Relationship Id="rId6" Type="http://schemas.openxmlformats.org/officeDocument/2006/relationships/slideLayout" Target="../slideLayouts/slideLayout16.xml"/><Relationship Id="rId5" Type="http://schemas.openxmlformats.org/officeDocument/2006/relationships/slideLayout" Target="../slideLayouts/slideLayout15.xml"/><Relationship Id="rId4" Type="http://schemas.openxmlformats.org/officeDocument/2006/relationships/slideLayout" Target="../slideLayouts/slideLayout14.xml"/><Relationship Id="rId3" Type="http://schemas.openxmlformats.org/officeDocument/2006/relationships/slideLayout" Target="../slideLayouts/slideLayout13.xml"/><Relationship Id="rId25" Type="http://schemas.openxmlformats.org/officeDocument/2006/relationships/theme" Target="../theme/theme2.xml"/><Relationship Id="rId24" Type="http://schemas.openxmlformats.org/officeDocument/2006/relationships/tags" Target="../tags/tag207.xml"/><Relationship Id="rId23" Type="http://schemas.openxmlformats.org/officeDocument/2006/relationships/tags" Target="../tags/tag206.xml"/><Relationship Id="rId22" Type="http://schemas.openxmlformats.org/officeDocument/2006/relationships/tags" Target="../tags/tag205.xml"/><Relationship Id="rId21" Type="http://schemas.openxmlformats.org/officeDocument/2006/relationships/tags" Target="../tags/tag204.xml"/><Relationship Id="rId20" Type="http://schemas.openxmlformats.org/officeDocument/2006/relationships/tags" Target="../tags/tag203.xml"/><Relationship Id="rId2" Type="http://schemas.openxmlformats.org/officeDocument/2006/relationships/slideLayout" Target="../slideLayouts/slideLayout12.xml"/><Relationship Id="rId19" Type="http://schemas.openxmlformats.org/officeDocument/2006/relationships/tags" Target="../tags/tag202.xml"/><Relationship Id="rId18" Type="http://schemas.openxmlformats.org/officeDocument/2006/relationships/slideLayout" Target="../slideLayouts/slideLayout28.xml"/><Relationship Id="rId17" Type="http://schemas.openxmlformats.org/officeDocument/2006/relationships/slideLayout" Target="../slideLayouts/slideLayout27.xml"/><Relationship Id="rId16" Type="http://schemas.openxmlformats.org/officeDocument/2006/relationships/slideLayout" Target="../slideLayouts/slideLayout26.xml"/><Relationship Id="rId15" Type="http://schemas.openxmlformats.org/officeDocument/2006/relationships/slideLayout" Target="../slideLayouts/slideLayout25.xml"/><Relationship Id="rId14" Type="http://schemas.openxmlformats.org/officeDocument/2006/relationships/slideLayout" Target="../slideLayouts/slideLayout24.xml"/><Relationship Id="rId13" Type="http://schemas.openxmlformats.org/officeDocument/2006/relationships/slideLayout" Target="../slideLayouts/slideLayout23.xml"/><Relationship Id="rId12" Type="http://schemas.openxmlformats.org/officeDocument/2006/relationships/slideLayout" Target="../slideLayouts/slideLayout22.xml"/><Relationship Id="rId11" Type="http://schemas.openxmlformats.org/officeDocument/2006/relationships/slideLayout" Target="../slideLayouts/slideLayout21.xml"/><Relationship Id="rId10" Type="http://schemas.openxmlformats.org/officeDocument/2006/relationships/slideLayout" Target="../slideLayouts/slideLayout20.xml"/><Relationship Id="rId1" Type="http://schemas.openxmlformats.org/officeDocument/2006/relationships/slideLayout" Target="../slideLayouts/slideLayout1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标题占位符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zh-CN" altLang="en-US" dirty="0"/>
              <a:t>单击此处编辑母版标题样式</a:t>
            </a:r>
            <a:endParaRPr lang="zh-CN" altLang="en-US" dirty="0"/>
          </a:p>
        </p:txBody>
      </p:sp>
      <p:sp>
        <p:nvSpPr>
          <p:cNvPr id="3" name="文本占位符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nvPr>
        </p:nvSpPr>
        <p:spPr>
          <a:xfrm>
            <a:off x="838200" y="6356350"/>
            <a:ext cx="2743200" cy="365125"/>
          </a:xfrm>
          <a:prstGeom prst="rect">
            <a:avLst/>
          </a:prstGeom>
        </p:spPr>
        <p:txBody>
          <a:bodyPr vert="horz" lIns="91440" tIns="45720" rIns="91440" bIns="45720" rtlCol="0" anchor="ctr">
            <a:normAutofit/>
          </a:bodyPr>
          <a:lstStyle>
            <a:lvl1pPr algn="l">
              <a:defRPr sz="120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nvPr>
        </p:nvSpPr>
        <p:spPr>
          <a:xfrm>
            <a:off x="4038600" y="6356350"/>
            <a:ext cx="4114800" cy="365125"/>
          </a:xfrm>
          <a:prstGeom prst="rect">
            <a:avLst/>
          </a:prstGeom>
        </p:spPr>
        <p:txBody>
          <a:bodyPr vert="horz" lIns="91440" tIns="45720" rIns="91440" bIns="45720" rtlCol="0" anchor="ctr">
            <a:normAutofit/>
          </a:bodyPr>
          <a:lstStyle>
            <a:lvl1pPr algn="ctr">
              <a:defRPr sz="1200">
                <a:solidFill>
                  <a:schemeClr val="tx1">
                    <a:tint val="75000"/>
                  </a:schemeClr>
                </a:solidFill>
              </a:defRPr>
            </a:lvl1pPr>
          </a:lstStyle>
          <a:p>
            <a:endParaRPr lang="zh-CN" altLang="en-US"/>
          </a:p>
        </p:txBody>
      </p:sp>
      <p:sp>
        <p:nvSpPr>
          <p:cNvPr id="6" name="灯片编号占位符 5"/>
          <p:cNvSpPr>
            <a:spLocks noGrp="1"/>
          </p:cNvSpPr>
          <p:nvPr>
            <p:ph type="sldNum" sz="quarter" idx="4"/>
          </p:nvPr>
        </p:nvSpPr>
        <p:spPr>
          <a:xfrm>
            <a:off x="8610600" y="6356350"/>
            <a:ext cx="2743200" cy="365125"/>
          </a:xfrm>
          <a:prstGeom prst="rect">
            <a:avLst/>
          </a:prstGeom>
        </p:spPr>
        <p:txBody>
          <a:bodyPr vert="horz" lIns="91440" tIns="45720" rIns="91440" bIns="45720" rtlCol="0" anchor="ctr">
            <a:normAutofit/>
          </a:bodyPr>
          <a:lstStyle>
            <a:lvl1pPr algn="r">
              <a:defRPr sz="1200">
                <a:solidFill>
                  <a:schemeClr val="tx1">
                    <a:tint val="75000"/>
                  </a:schemeClr>
                </a:solidFill>
              </a:defRPr>
            </a:lvl1pPr>
          </a:lstStyle>
          <a:p>
            <a:fld id="{49AE70B2-8BF9-45C0-BB95-33D1B9D3A854}" type="slidenum">
              <a:rPr lang="zh-CN" altLang="en-US" smtClean="0"/>
            </a:fld>
            <a:endParaRPr lang="zh-CN" alt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txStyles>
    <p:titleStyle>
      <a:lvl1pPr algn="l" defTabSz="914400" rtl="0" eaLnBrk="1" latinLnBrk="0" hangingPunct="1">
        <a:lnSpc>
          <a:spcPct val="90000"/>
        </a:lnSpc>
        <a:spcBef>
          <a:spcPct val="0"/>
        </a:spcBef>
        <a:buNone/>
        <a:defRPr sz="40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sp>
        <p:nvSpPr>
          <p:cNvPr id="2" name="标题占位符 1"/>
          <p:cNvSpPr>
            <a:spLocks noGrp="1"/>
          </p:cNvSpPr>
          <p:nvPr>
            <p:ph type="title"/>
            <p:custDataLst>
              <p:tags r:id="rId19"/>
            </p:custDataLst>
          </p:nvPr>
        </p:nvSpPr>
        <p:spPr>
          <a:xfrm>
            <a:off x="669882" y="443230"/>
            <a:ext cx="10852237" cy="441964"/>
          </a:xfrm>
          <a:prstGeom prst="rect">
            <a:avLst/>
          </a:prstGeom>
        </p:spPr>
        <p:txBody>
          <a:bodyPr vert="horz" wrap="square"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20"/>
            </p:custDataLst>
          </p:nvPr>
        </p:nvSpPr>
        <p:spPr>
          <a:xfrm>
            <a:off x="669882" y="961398"/>
            <a:ext cx="10852237" cy="5388907"/>
          </a:xfrm>
          <a:prstGeom prst="rect">
            <a:avLst/>
          </a:prstGeom>
        </p:spPr>
        <p:txBody>
          <a:bodyPr vert="horz" wrap="square" lIns="90170" tIns="46990" rIns="90170" bIns="4699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21"/>
            </p:custDataLst>
          </p:nvPr>
        </p:nvSpPr>
        <p:spPr>
          <a:xfrm>
            <a:off x="879742" y="6349833"/>
            <a:ext cx="2700000" cy="316800"/>
          </a:xfrm>
          <a:prstGeom prst="rect">
            <a:avLst/>
          </a:prstGeom>
        </p:spPr>
        <p:txBody>
          <a:bodyPr vert="horz" wrap="square" lIns="91440" tIns="45720" rIns="91440" bIns="45720" rtlCol="0" anchor="ctr">
            <a:normAutofit/>
          </a:bodyPr>
          <a:lstStyle>
            <a:lvl1pPr algn="l">
              <a:defRPr sz="1200">
                <a:solidFill>
                  <a:schemeClr val="tx1">
                    <a:tint val="75000"/>
                  </a:schemeClr>
                </a:solidFill>
                <a:latin typeface="Arial" panose="020B0604020202020204" pitchFamily="34" charset="0"/>
                <a:ea typeface="微软雅黑" panose="020B0503020204020204" charset="-122"/>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22"/>
            </p:custDataLst>
          </p:nvPr>
        </p:nvSpPr>
        <p:spPr>
          <a:xfrm>
            <a:off x="4116000" y="6349833"/>
            <a:ext cx="3960000" cy="316800"/>
          </a:xfrm>
          <a:prstGeom prst="rect">
            <a:avLst/>
          </a:prstGeom>
        </p:spPr>
        <p:txBody>
          <a:bodyPr vert="horz" wrap="square" lIns="91440" tIns="45720" rIns="91440" bIns="45720" rtlCol="0" anchor="ctr">
            <a:normAutofit/>
          </a:bodyPr>
          <a:lstStyle>
            <a:lvl1pPr algn="ctr">
              <a:defRPr sz="1200">
                <a:solidFill>
                  <a:schemeClr val="tx1">
                    <a:tint val="75000"/>
                  </a:schemeClr>
                </a:solidFill>
                <a:latin typeface="Arial" panose="020B0604020202020204" pitchFamily="34" charset="0"/>
                <a:ea typeface="微软雅黑" panose="020B0503020204020204" charset="-122"/>
              </a:defRPr>
            </a:lvl1pPr>
          </a:lstStyle>
          <a:p>
            <a:endParaRPr lang="zh-CN" altLang="en-US" dirty="0"/>
          </a:p>
        </p:txBody>
      </p:sp>
      <p:sp>
        <p:nvSpPr>
          <p:cNvPr id="6" name="灯片编号占位符 5"/>
          <p:cNvSpPr>
            <a:spLocks noGrp="1"/>
          </p:cNvSpPr>
          <p:nvPr>
            <p:ph type="sldNum" sz="quarter" idx="4"/>
            <p:custDataLst>
              <p:tags r:id="rId23"/>
            </p:custDataLst>
          </p:nvPr>
        </p:nvSpPr>
        <p:spPr>
          <a:xfrm>
            <a:off x="8610600" y="6349833"/>
            <a:ext cx="2700000" cy="316800"/>
          </a:xfrm>
          <a:prstGeom prst="rect">
            <a:avLst/>
          </a:prstGeom>
        </p:spPr>
        <p:txBody>
          <a:bodyPr vert="horz" wrap="square" lIns="91440" tIns="45720" rIns="91440" bIns="45720" rtlCol="0" anchor="ctr">
            <a:normAutofit/>
          </a:bodyPr>
          <a:lstStyle>
            <a:lvl1pPr algn="r">
              <a:defRPr sz="1200">
                <a:solidFill>
                  <a:schemeClr val="tx1">
                    <a:tint val="75000"/>
                  </a:schemeClr>
                </a:solidFill>
                <a:latin typeface="Arial" panose="020B0604020202020204" pitchFamily="34" charset="0"/>
                <a:ea typeface="微软雅黑" panose="020B0503020204020204" charset="-122"/>
              </a:defRPr>
            </a:lvl1pPr>
          </a:lstStyle>
          <a:p>
            <a:fld id="{49AE70B2-8BF9-45C0-BB95-33D1B9D3A854}" type="slidenum">
              <a:rPr lang="zh-CN" altLang="en-US" smtClean="0"/>
            </a:fld>
            <a:endParaRPr lang="zh-CN" altLang="en-US" dirty="0"/>
          </a:p>
        </p:txBody>
      </p:sp>
      <p:sp>
        <p:nvSpPr>
          <p:cNvPr id="7" name="KSO_TEMPLATE" hidden="1"/>
          <p:cNvSpPr/>
          <p:nvPr userDrawn="1">
            <p:custDataLst>
              <p:tags r:id="rId24"/>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 bg1="lt1" tx1="dk1" bg2="lt2" tx2="dk2" accent1="accent1" accent2="accent2" accent3="accent3" accent4="accent4" accent5="accent5" accent6="accent6" hlink="hlink" folHlink="folHlink"/>
  <p:sldLayoutIdLst>
    <p:sldLayoutId id="2147483660" r:id="rId1"/>
    <p:sldLayoutId id="2147483661" r:id="rId2"/>
    <p:sldLayoutId id="214748366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 id="2147483672" r:id="rId13"/>
    <p:sldLayoutId id="2147483673" r:id="rId14"/>
    <p:sldLayoutId id="2147483674" r:id="rId15"/>
    <p:sldLayoutId id="2147483675" r:id="rId16"/>
    <p:sldLayoutId id="2147483676" r:id="rId17"/>
    <p:sldLayoutId id="2147483677" r:id="rId18"/>
  </p:sldLayoutIdLst>
  <p:txStyles>
    <p:titleStyle>
      <a:lvl1pPr algn="l" defTabSz="914400" rtl="0" eaLnBrk="1" fontAlgn="auto" latinLnBrk="0" hangingPunct="1">
        <a:lnSpc>
          <a:spcPct val="100000"/>
        </a:lnSpc>
        <a:spcBef>
          <a:spcPct val="0"/>
        </a:spcBef>
        <a:buNone/>
        <a:defRPr sz="2400" b="1" u="none" strike="noStrike" kern="1200" cap="none" spc="200" normalizeH="0">
          <a:solidFill>
            <a:schemeClr val="tx1"/>
          </a:solidFill>
          <a:uFillTx/>
          <a:latin typeface="Arial" panose="020B0604020202020204" pitchFamily="34" charset="0"/>
          <a:ea typeface="微软雅黑" panose="020B0503020204020204" charset="-122"/>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1pPr>
      <a:lvl2pPr marL="685800" indent="-228600" algn="l" defTabSz="914400" rtl="0" eaLnBrk="1" fontAlgn="auto" latinLnBrk="0" hangingPunct="1">
        <a:lnSpc>
          <a:spcPct val="130000"/>
        </a:lnSpc>
        <a:spcBef>
          <a:spcPts val="0"/>
        </a:spcBef>
        <a:spcAft>
          <a:spcPts val="1000"/>
        </a:spcAft>
        <a:buFont typeface="Arial" panose="020B0604020202020204" pitchFamily="34" charset="0"/>
        <a:buChar char="•"/>
        <a:tabLst>
          <a:tab pos="1609725" algn="l"/>
        </a:tabLst>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2pPr>
      <a:lvl3pPr marL="11430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3pPr>
      <a:lvl4pPr marL="16002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4pPr>
      <a:lvl5pPr marL="2057400" indent="-228600" algn="l" defTabSz="914400" rtl="0" eaLnBrk="1" fontAlgn="auto" latinLnBrk="0" hangingPunct="1">
        <a:lnSpc>
          <a:spcPct val="130000"/>
        </a:lnSpc>
        <a:spcBef>
          <a:spcPts val="0"/>
        </a:spcBef>
        <a:spcAft>
          <a:spcPts val="1000"/>
        </a:spcAft>
        <a:buFont typeface="Arial" panose="020B0604020202020204" pitchFamily="34" charset="0"/>
        <a:buChar char="•"/>
        <a:defRPr sz="1600" u="none" strike="noStrike" kern="1200" cap="none" spc="150" normalizeH="0" baseline="0">
          <a:solidFill>
            <a:schemeClr val="tx1"/>
          </a:solidFill>
          <a:uFillTx/>
          <a:latin typeface="Arial" panose="020B0604020202020204" pitchFamily="34" charset="0"/>
          <a:ea typeface="微软雅黑" panose="020B0503020204020204" charset="-122"/>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4" Type="http://schemas.openxmlformats.org/officeDocument/2006/relationships/notesSlide" Target="../notesSlides/notesSlide1.xml"/><Relationship Id="rId3" Type="http://schemas.openxmlformats.org/officeDocument/2006/relationships/slideLayout" Target="../slideLayouts/slideLayout11.xml"/><Relationship Id="rId2" Type="http://schemas.openxmlformats.org/officeDocument/2006/relationships/tags" Target="../tags/tag209.xml"/><Relationship Id="rId1" Type="http://schemas.openxmlformats.org/officeDocument/2006/relationships/tags" Target="../tags/tag208.xml"/></Relationships>
</file>

<file path=ppt/slides/_rels/slide2.xml.rels><?xml version="1.0" encoding="UTF-8" standalone="yes"?>
<Relationships xmlns="http://schemas.openxmlformats.org/package/2006/relationships"><Relationship Id="rId9" Type="http://schemas.openxmlformats.org/officeDocument/2006/relationships/tags" Target="../tags/tag218.xml"/><Relationship Id="rId8" Type="http://schemas.openxmlformats.org/officeDocument/2006/relationships/tags" Target="../tags/tag217.xml"/><Relationship Id="rId7" Type="http://schemas.openxmlformats.org/officeDocument/2006/relationships/tags" Target="../tags/tag216.xml"/><Relationship Id="rId6" Type="http://schemas.openxmlformats.org/officeDocument/2006/relationships/tags" Target="../tags/tag215.xml"/><Relationship Id="rId5" Type="http://schemas.openxmlformats.org/officeDocument/2006/relationships/tags" Target="../tags/tag214.xml"/><Relationship Id="rId4" Type="http://schemas.openxmlformats.org/officeDocument/2006/relationships/tags" Target="../tags/tag213.xml"/><Relationship Id="rId3" Type="http://schemas.openxmlformats.org/officeDocument/2006/relationships/tags" Target="../tags/tag212.xml"/><Relationship Id="rId23" Type="http://schemas.openxmlformats.org/officeDocument/2006/relationships/notesSlide" Target="../notesSlides/notesSlide2.xml"/><Relationship Id="rId22" Type="http://schemas.openxmlformats.org/officeDocument/2006/relationships/slideLayout" Target="../slideLayouts/slideLayout17.xml"/><Relationship Id="rId21" Type="http://schemas.openxmlformats.org/officeDocument/2006/relationships/tags" Target="../tags/tag230.xml"/><Relationship Id="rId20" Type="http://schemas.openxmlformats.org/officeDocument/2006/relationships/tags" Target="../tags/tag229.xml"/><Relationship Id="rId2" Type="http://schemas.openxmlformats.org/officeDocument/2006/relationships/tags" Target="../tags/tag211.xml"/><Relationship Id="rId19" Type="http://schemas.openxmlformats.org/officeDocument/2006/relationships/tags" Target="../tags/tag228.xml"/><Relationship Id="rId18" Type="http://schemas.openxmlformats.org/officeDocument/2006/relationships/tags" Target="../tags/tag227.xml"/><Relationship Id="rId17" Type="http://schemas.openxmlformats.org/officeDocument/2006/relationships/tags" Target="../tags/tag226.xml"/><Relationship Id="rId16" Type="http://schemas.openxmlformats.org/officeDocument/2006/relationships/tags" Target="../tags/tag225.xml"/><Relationship Id="rId15" Type="http://schemas.openxmlformats.org/officeDocument/2006/relationships/tags" Target="../tags/tag224.xml"/><Relationship Id="rId14" Type="http://schemas.openxmlformats.org/officeDocument/2006/relationships/tags" Target="../tags/tag223.xml"/><Relationship Id="rId13" Type="http://schemas.openxmlformats.org/officeDocument/2006/relationships/tags" Target="../tags/tag222.xml"/><Relationship Id="rId12" Type="http://schemas.openxmlformats.org/officeDocument/2006/relationships/tags" Target="../tags/tag221.xml"/><Relationship Id="rId11" Type="http://schemas.openxmlformats.org/officeDocument/2006/relationships/tags" Target="../tags/tag220.xml"/><Relationship Id="rId10" Type="http://schemas.openxmlformats.org/officeDocument/2006/relationships/tags" Target="../tags/tag219.xml"/><Relationship Id="rId1" Type="http://schemas.openxmlformats.org/officeDocument/2006/relationships/tags" Target="../tags/tag210.xml"/></Relationships>
</file>

<file path=ppt/slides/_rels/slide3.xml.rels><?xml version="1.0" encoding="UTF-8" standalone="yes"?>
<Relationships xmlns="http://schemas.openxmlformats.org/package/2006/relationships"><Relationship Id="rId9" Type="http://schemas.openxmlformats.org/officeDocument/2006/relationships/tags" Target="../tags/tag239.xml"/><Relationship Id="rId8" Type="http://schemas.openxmlformats.org/officeDocument/2006/relationships/tags" Target="../tags/tag238.xml"/><Relationship Id="rId7" Type="http://schemas.openxmlformats.org/officeDocument/2006/relationships/tags" Target="../tags/tag237.xml"/><Relationship Id="rId6" Type="http://schemas.openxmlformats.org/officeDocument/2006/relationships/tags" Target="../tags/tag236.xml"/><Relationship Id="rId5" Type="http://schemas.openxmlformats.org/officeDocument/2006/relationships/tags" Target="../tags/tag235.xml"/><Relationship Id="rId4" Type="http://schemas.openxmlformats.org/officeDocument/2006/relationships/tags" Target="../tags/tag234.xml"/><Relationship Id="rId3" Type="http://schemas.openxmlformats.org/officeDocument/2006/relationships/tags" Target="../tags/tag233.xml"/><Relationship Id="rId2" Type="http://schemas.openxmlformats.org/officeDocument/2006/relationships/tags" Target="../tags/tag232.xml"/><Relationship Id="rId10" Type="http://schemas.openxmlformats.org/officeDocument/2006/relationships/slideLayout" Target="../slideLayouts/slideLayout17.xml"/><Relationship Id="rId1" Type="http://schemas.openxmlformats.org/officeDocument/2006/relationships/tags" Target="../tags/tag231.xml"/></Relationships>
</file>

<file path=ppt/slides/_rels/slide4.xml.rels><?xml version="1.0" encoding="UTF-8" standalone="yes"?>
<Relationships xmlns="http://schemas.openxmlformats.org/package/2006/relationships"><Relationship Id="rId9" Type="http://schemas.openxmlformats.org/officeDocument/2006/relationships/tags" Target="../tags/tag248.xml"/><Relationship Id="rId8" Type="http://schemas.openxmlformats.org/officeDocument/2006/relationships/tags" Target="../tags/tag247.xml"/><Relationship Id="rId7" Type="http://schemas.openxmlformats.org/officeDocument/2006/relationships/tags" Target="../tags/tag246.xml"/><Relationship Id="rId6" Type="http://schemas.openxmlformats.org/officeDocument/2006/relationships/tags" Target="../tags/tag245.xml"/><Relationship Id="rId5" Type="http://schemas.openxmlformats.org/officeDocument/2006/relationships/tags" Target="../tags/tag244.xml"/><Relationship Id="rId4" Type="http://schemas.openxmlformats.org/officeDocument/2006/relationships/tags" Target="../tags/tag243.xml"/><Relationship Id="rId3" Type="http://schemas.openxmlformats.org/officeDocument/2006/relationships/tags" Target="../tags/tag242.xml"/><Relationship Id="rId2" Type="http://schemas.openxmlformats.org/officeDocument/2006/relationships/tags" Target="../tags/tag241.xml"/><Relationship Id="rId11" Type="http://schemas.openxmlformats.org/officeDocument/2006/relationships/slideLayout" Target="../slideLayouts/slideLayout17.xml"/><Relationship Id="rId10" Type="http://schemas.openxmlformats.org/officeDocument/2006/relationships/tags" Target="../tags/tag249.xml"/><Relationship Id="rId1" Type="http://schemas.openxmlformats.org/officeDocument/2006/relationships/tags" Target="../tags/tag240.xml"/></Relationships>
</file>

<file path=ppt/slides/_rels/slide5.xml.rels><?xml version="1.0" encoding="UTF-8" standalone="yes"?>
<Relationships xmlns="http://schemas.openxmlformats.org/package/2006/relationships"><Relationship Id="rId9" Type="http://schemas.openxmlformats.org/officeDocument/2006/relationships/tags" Target="../tags/tag258.xml"/><Relationship Id="rId8" Type="http://schemas.openxmlformats.org/officeDocument/2006/relationships/tags" Target="../tags/tag257.xml"/><Relationship Id="rId7" Type="http://schemas.openxmlformats.org/officeDocument/2006/relationships/tags" Target="../tags/tag256.xml"/><Relationship Id="rId6" Type="http://schemas.openxmlformats.org/officeDocument/2006/relationships/tags" Target="../tags/tag255.xml"/><Relationship Id="rId5" Type="http://schemas.openxmlformats.org/officeDocument/2006/relationships/tags" Target="../tags/tag254.xml"/><Relationship Id="rId4" Type="http://schemas.openxmlformats.org/officeDocument/2006/relationships/tags" Target="../tags/tag253.xml"/><Relationship Id="rId3" Type="http://schemas.openxmlformats.org/officeDocument/2006/relationships/tags" Target="../tags/tag252.xml"/><Relationship Id="rId2" Type="http://schemas.openxmlformats.org/officeDocument/2006/relationships/tags" Target="../tags/tag251.xml"/><Relationship Id="rId16" Type="http://schemas.openxmlformats.org/officeDocument/2006/relationships/slideLayout" Target="../slideLayouts/slideLayout17.xml"/><Relationship Id="rId15" Type="http://schemas.openxmlformats.org/officeDocument/2006/relationships/tags" Target="../tags/tag264.xml"/><Relationship Id="rId14" Type="http://schemas.openxmlformats.org/officeDocument/2006/relationships/tags" Target="../tags/tag263.xml"/><Relationship Id="rId13" Type="http://schemas.openxmlformats.org/officeDocument/2006/relationships/tags" Target="../tags/tag262.xml"/><Relationship Id="rId12" Type="http://schemas.openxmlformats.org/officeDocument/2006/relationships/tags" Target="../tags/tag261.xml"/><Relationship Id="rId11" Type="http://schemas.openxmlformats.org/officeDocument/2006/relationships/tags" Target="../tags/tag260.xml"/><Relationship Id="rId10" Type="http://schemas.openxmlformats.org/officeDocument/2006/relationships/tags" Target="../tags/tag259.xml"/><Relationship Id="rId1" Type="http://schemas.openxmlformats.org/officeDocument/2006/relationships/tags" Target="../tags/tag250.xml"/></Relationships>
</file>

<file path=ppt/slides/_rels/slide6.xml.rels><?xml version="1.0" encoding="UTF-8" standalone="yes"?>
<Relationships xmlns="http://schemas.openxmlformats.org/package/2006/relationships"><Relationship Id="rId9" Type="http://schemas.openxmlformats.org/officeDocument/2006/relationships/tags" Target="../tags/tag273.xml"/><Relationship Id="rId8" Type="http://schemas.openxmlformats.org/officeDocument/2006/relationships/tags" Target="../tags/tag272.xml"/><Relationship Id="rId7" Type="http://schemas.openxmlformats.org/officeDocument/2006/relationships/tags" Target="../tags/tag271.xml"/><Relationship Id="rId6" Type="http://schemas.openxmlformats.org/officeDocument/2006/relationships/tags" Target="../tags/tag270.xml"/><Relationship Id="rId5" Type="http://schemas.openxmlformats.org/officeDocument/2006/relationships/tags" Target="../tags/tag269.xml"/><Relationship Id="rId4" Type="http://schemas.openxmlformats.org/officeDocument/2006/relationships/tags" Target="../tags/tag268.xml"/><Relationship Id="rId3" Type="http://schemas.openxmlformats.org/officeDocument/2006/relationships/tags" Target="../tags/tag267.xml"/><Relationship Id="rId2" Type="http://schemas.openxmlformats.org/officeDocument/2006/relationships/tags" Target="../tags/tag266.xml"/><Relationship Id="rId16" Type="http://schemas.openxmlformats.org/officeDocument/2006/relationships/slideLayout" Target="../slideLayouts/slideLayout17.xml"/><Relationship Id="rId15" Type="http://schemas.openxmlformats.org/officeDocument/2006/relationships/tags" Target="../tags/tag279.xml"/><Relationship Id="rId14" Type="http://schemas.openxmlformats.org/officeDocument/2006/relationships/tags" Target="../tags/tag278.xml"/><Relationship Id="rId13" Type="http://schemas.openxmlformats.org/officeDocument/2006/relationships/tags" Target="../tags/tag277.xml"/><Relationship Id="rId12" Type="http://schemas.openxmlformats.org/officeDocument/2006/relationships/tags" Target="../tags/tag276.xml"/><Relationship Id="rId11" Type="http://schemas.openxmlformats.org/officeDocument/2006/relationships/tags" Target="../tags/tag275.xml"/><Relationship Id="rId10" Type="http://schemas.openxmlformats.org/officeDocument/2006/relationships/tags" Target="../tags/tag274.xml"/><Relationship Id="rId1" Type="http://schemas.openxmlformats.org/officeDocument/2006/relationships/tags" Target="../tags/tag265.xml"/></Relationships>
</file>

<file path=ppt/slides/_rels/slide7.xml.rels><?xml version="1.0" encoding="UTF-8" standalone="yes"?>
<Relationships xmlns="http://schemas.openxmlformats.org/package/2006/relationships"><Relationship Id="rId9" Type="http://schemas.openxmlformats.org/officeDocument/2006/relationships/tags" Target="../tags/tag288.xml"/><Relationship Id="rId8" Type="http://schemas.openxmlformats.org/officeDocument/2006/relationships/tags" Target="../tags/tag287.xml"/><Relationship Id="rId7" Type="http://schemas.openxmlformats.org/officeDocument/2006/relationships/tags" Target="../tags/tag286.xml"/><Relationship Id="rId6" Type="http://schemas.openxmlformats.org/officeDocument/2006/relationships/tags" Target="../tags/tag285.xml"/><Relationship Id="rId5" Type="http://schemas.openxmlformats.org/officeDocument/2006/relationships/tags" Target="../tags/tag284.xml"/><Relationship Id="rId4" Type="http://schemas.openxmlformats.org/officeDocument/2006/relationships/tags" Target="../tags/tag283.xml"/><Relationship Id="rId3" Type="http://schemas.openxmlformats.org/officeDocument/2006/relationships/tags" Target="../tags/tag282.xml"/><Relationship Id="rId2" Type="http://schemas.openxmlformats.org/officeDocument/2006/relationships/tags" Target="../tags/tag281.xml"/><Relationship Id="rId11" Type="http://schemas.openxmlformats.org/officeDocument/2006/relationships/slideLayout" Target="../slideLayouts/slideLayout17.xml"/><Relationship Id="rId10" Type="http://schemas.openxmlformats.org/officeDocument/2006/relationships/tags" Target="../tags/tag289.xml"/><Relationship Id="rId1" Type="http://schemas.openxmlformats.org/officeDocument/2006/relationships/tags" Target="../tags/tag280.xml"/></Relationships>
</file>

<file path=ppt/slides/_rels/slide8.xml.rels><?xml version="1.0" encoding="UTF-8" standalone="yes"?>
<Relationships xmlns="http://schemas.openxmlformats.org/package/2006/relationships"><Relationship Id="rId4" Type="http://schemas.openxmlformats.org/officeDocument/2006/relationships/notesSlide" Target="../notesSlides/notesSlide3.xml"/><Relationship Id="rId3" Type="http://schemas.openxmlformats.org/officeDocument/2006/relationships/slideLayout" Target="../slideLayouts/slideLayout21.xml"/><Relationship Id="rId2" Type="http://schemas.openxmlformats.org/officeDocument/2006/relationships/tags" Target="../tags/tag291.xml"/><Relationship Id="rId1" Type="http://schemas.openxmlformats.org/officeDocument/2006/relationships/tags" Target="../tags/tag290.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ctrTitle" idx="14"/>
            <p:custDataLst>
              <p:tags r:id="rId1"/>
            </p:custDataLst>
          </p:nvPr>
        </p:nvSpPr>
        <p:spPr>
          <a:xfrm>
            <a:off x="2921000" y="2533717"/>
            <a:ext cx="6350000" cy="1330960"/>
          </a:xfrm>
        </p:spPr>
        <p:txBody>
          <a:bodyPr>
            <a:normAutofit fontScale="70000"/>
          </a:bodyPr>
          <a:lstStyle/>
          <a:p>
            <a:r>
              <a:rPr lang="zh-CN" altLang="en-US" sz="7165">
                <a:solidFill>
                  <a:schemeClr val="dk1">
                    <a:lumMod val="85000"/>
                    <a:lumOff val="15000"/>
                  </a:schemeClr>
                </a:solidFill>
                <a:latin typeface="方正小标宋_GBK" panose="03000509000000000000" charset="-122"/>
                <a:ea typeface="方正小标宋_GBK" panose="03000509000000000000" charset="-122"/>
                <a:cs typeface="方正小标宋_GBK" panose="03000509000000000000" charset="-122"/>
              </a:rPr>
              <a:t>快诊精断 — 脑胶质瘤分子诊断技术</a:t>
            </a:r>
            <a:endParaRPr lang="zh-CN" altLang="en-US" sz="7165">
              <a:solidFill>
                <a:schemeClr val="dk1">
                  <a:lumMod val="85000"/>
                  <a:lumOff val="15000"/>
                </a:schemeClr>
              </a:solidFill>
              <a:latin typeface="方正小标宋_GBK" panose="03000509000000000000" charset="-122"/>
              <a:ea typeface="方正小标宋_GBK" panose="03000509000000000000" charset="-122"/>
              <a:cs typeface="方正小标宋_GBK" panose="03000509000000000000" charset="-122"/>
            </a:endParaRPr>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组合 8"/>
          <p:cNvGrpSpPr/>
          <p:nvPr userDrawn="1">
            <p:custDataLst>
              <p:tags r:id="rId1"/>
            </p:custDataLst>
          </p:nvPr>
        </p:nvGrpSpPr>
        <p:grpSpPr>
          <a:xfrm rot="0">
            <a:off x="11556365" y="102235"/>
            <a:ext cx="549910" cy="219710"/>
            <a:chOff x="11556205" y="102393"/>
            <a:chExt cx="550071" cy="220020"/>
          </a:xfrm>
        </p:grpSpPr>
        <p:sp>
          <p:nvSpPr>
            <p:cNvPr id="13" name="等腰三角形 12"/>
            <p:cNvSpPr/>
            <p:nvPr userDrawn="1">
              <p:custDataLst>
                <p:tags r:id="rId2"/>
              </p:custDataLst>
            </p:nvPr>
          </p:nvSpPr>
          <p:spPr>
            <a:xfrm>
              <a:off x="11556205" y="102395"/>
              <a:ext cx="547688" cy="220018"/>
            </a:xfrm>
            <a:prstGeom prst="triangle">
              <a:avLst>
                <a:gd name="adj" fmla="val 78451"/>
              </a:avLst>
            </a:prstGeom>
            <a:solidFill>
              <a:schemeClr val="l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4" name="等腰三角形 13"/>
            <p:cNvSpPr/>
            <p:nvPr userDrawn="1">
              <p:custDataLst>
                <p:tags r:id="rId3"/>
              </p:custDataLst>
            </p:nvPr>
          </p:nvSpPr>
          <p:spPr>
            <a:xfrm>
              <a:off x="11784808" y="102393"/>
              <a:ext cx="321468" cy="220018"/>
            </a:xfrm>
            <a:prstGeom prst="triangle">
              <a:avLst>
                <a:gd name="adj" fmla="val 62592"/>
              </a:avLst>
            </a:prstGeom>
            <a:solidFill>
              <a:schemeClr val="l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latin typeface="微软雅黑" panose="020B0503020204020204" charset="-122"/>
                <a:ea typeface="微软雅黑" panose="020B0503020204020204" charset="-122"/>
              </a:endParaRPr>
            </a:p>
          </p:txBody>
        </p:sp>
      </p:grpSp>
      <p:grpSp>
        <p:nvGrpSpPr>
          <p:cNvPr id="10" name="组合 9"/>
          <p:cNvGrpSpPr/>
          <p:nvPr userDrawn="1">
            <p:custDataLst>
              <p:tags r:id="rId4"/>
            </p:custDataLst>
          </p:nvPr>
        </p:nvGrpSpPr>
        <p:grpSpPr>
          <a:xfrm rot="0">
            <a:off x="80645" y="100330"/>
            <a:ext cx="557530" cy="223520"/>
            <a:chOff x="80961" y="100014"/>
            <a:chExt cx="557215" cy="223836"/>
          </a:xfrm>
        </p:grpSpPr>
        <p:sp>
          <p:nvSpPr>
            <p:cNvPr id="11" name="等腰三角形 10"/>
            <p:cNvSpPr/>
            <p:nvPr userDrawn="1">
              <p:custDataLst>
                <p:tags r:id="rId5"/>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2" name="等腰三角形 11"/>
            <p:cNvSpPr/>
            <p:nvPr userDrawn="1">
              <p:custDataLst>
                <p:tags r:id="rId6"/>
              </p:custDataLst>
            </p:nvPr>
          </p:nvSpPr>
          <p:spPr>
            <a:xfrm>
              <a:off x="80961" y="133350"/>
              <a:ext cx="426245" cy="190500"/>
            </a:xfrm>
            <a:prstGeom prst="triangle">
              <a:avLst>
                <a:gd name="adj" fmla="val 3100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sp>
        <p:nvSpPr>
          <p:cNvPr id="2" name="矩形 1"/>
          <p:cNvSpPr/>
          <p:nvPr>
            <p:custDataLst>
              <p:tags r:id="rId7"/>
            </p:custDataLst>
          </p:nvPr>
        </p:nvSpPr>
        <p:spPr>
          <a:xfrm>
            <a:off x="0" y="0"/>
            <a:ext cx="12192635" cy="1108710"/>
          </a:xfrm>
          <a:prstGeom prst="rect">
            <a:avLst/>
          </a:prstGeom>
          <a:solidFill>
            <a:schemeClr val="dk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kumimoji="1" lang="zh-CN" altLang="en-US" dirty="0">
              <a:solidFill>
                <a:schemeClr val="lt1"/>
              </a:solidFill>
              <a:highlight>
                <a:srgbClr val="1171F1"/>
              </a:highlight>
              <a:latin typeface="微软雅黑" panose="020B0503020204020204" charset="-122"/>
              <a:ea typeface="微软雅黑" panose="020B0503020204020204" charset="-122"/>
              <a:sym typeface="Arial" panose="020B0604020202020204" pitchFamily="34" charset="0"/>
            </a:endParaRPr>
          </a:p>
        </p:txBody>
      </p:sp>
      <p:sp>
        <p:nvSpPr>
          <p:cNvPr id="225" name="文本框 224"/>
          <p:cNvSpPr txBox="1"/>
          <p:nvPr>
            <p:custDataLst>
              <p:tags r:id="rId8"/>
            </p:custDataLst>
          </p:nvPr>
        </p:nvSpPr>
        <p:spPr>
          <a:xfrm>
            <a:off x="3410584" y="2862580"/>
            <a:ext cx="3240000" cy="963295"/>
          </a:xfrm>
          <a:prstGeom prst="rect">
            <a:avLst/>
          </a:prstGeom>
          <a:noFill/>
        </p:spPr>
        <p:txBody>
          <a:bodyPr wrap="square" rtlCol="0">
            <a:normAutofit/>
          </a:bodyPr>
          <a:lstStyle/>
          <a:p>
            <a:pPr algn="just">
              <a:lnSpc>
                <a:spcPct val="150000"/>
              </a:lnSpc>
              <a:spcAft>
                <a:spcPts val="2000"/>
              </a:spcAft>
            </a:pPr>
            <a:r>
              <a:rPr lang="zh-CN" altLang="en-US" dirty="0">
                <a:solidFill>
                  <a:schemeClr val="dk1">
                    <a:lumMod val="75000"/>
                    <a:lumOff val="25000"/>
                  </a:schemeClr>
                </a:solidFill>
                <a:uFillTx/>
                <a:latin typeface="微软雅黑" panose="020B0503020204020204" charset="-122"/>
                <a:ea typeface="微软雅黑" panose="020B0503020204020204" charset="-122"/>
                <a:sym typeface="Arial" panose="020B0604020202020204" pitchFamily="34" charset="0"/>
              </a:rPr>
              <a:t>脑胶质瘤术中分型技术</a:t>
            </a:r>
            <a:endParaRPr lang="zh-CN" altLang="en-US" dirty="0">
              <a:solidFill>
                <a:schemeClr val="dk1">
                  <a:lumMod val="75000"/>
                  <a:lumOff val="25000"/>
                </a:schemeClr>
              </a:solidFill>
              <a:uFillTx/>
              <a:latin typeface="微软雅黑" panose="020B0503020204020204" charset="-122"/>
              <a:ea typeface="微软雅黑" panose="020B0503020204020204" charset="-122"/>
              <a:sym typeface="Arial" panose="020B0604020202020204" pitchFamily="34" charset="0"/>
            </a:endParaRPr>
          </a:p>
        </p:txBody>
      </p:sp>
      <p:sp>
        <p:nvSpPr>
          <p:cNvPr id="222" name="文本框 221"/>
          <p:cNvSpPr txBox="1"/>
          <p:nvPr>
            <p:custDataLst>
              <p:tags r:id="rId9"/>
            </p:custDataLst>
          </p:nvPr>
        </p:nvSpPr>
        <p:spPr>
          <a:xfrm>
            <a:off x="3414085" y="1952083"/>
            <a:ext cx="815340" cy="768350"/>
          </a:xfrm>
          <a:prstGeom prst="rect">
            <a:avLst/>
          </a:prstGeom>
          <a:noFill/>
        </p:spPr>
        <p:txBody>
          <a:bodyPr wrap="square" rtlCol="0">
            <a:normAutofit fontScale="90000"/>
          </a:bodyPr>
          <a:lstStyle/>
          <a:p>
            <a:r>
              <a:rPr lang="en-US" altLang="zh-CN" sz="4400" b="1" dirty="0">
                <a:solidFill>
                  <a:schemeClr val="accent1">
                    <a:lumMod val="75000"/>
                  </a:schemeClr>
                </a:solidFill>
                <a:latin typeface="微软雅黑" panose="020B0503020204020204" charset="-122"/>
                <a:ea typeface="微软雅黑" panose="020B0503020204020204" charset="-122"/>
                <a:sym typeface="Arial" panose="020B0604020202020204" pitchFamily="34" charset="0"/>
              </a:rPr>
              <a:t>01</a:t>
            </a:r>
            <a:endParaRPr lang="en-US" altLang="zh-CN" sz="4400" b="1" dirty="0">
              <a:solidFill>
                <a:schemeClr val="accent1">
                  <a:lumMod val="75000"/>
                </a:schemeClr>
              </a:solidFill>
              <a:latin typeface="微软雅黑" panose="020B0503020204020204" charset="-122"/>
              <a:ea typeface="微软雅黑" panose="020B0503020204020204" charset="-122"/>
              <a:sym typeface="Arial" panose="020B0604020202020204" pitchFamily="34" charset="0"/>
            </a:endParaRPr>
          </a:p>
        </p:txBody>
      </p:sp>
      <p:cxnSp>
        <p:nvCxnSpPr>
          <p:cNvPr id="18" name="直接连接符 17"/>
          <p:cNvCxnSpPr/>
          <p:nvPr>
            <p:custDataLst>
              <p:tags r:id="rId10"/>
            </p:custDataLst>
          </p:nvPr>
        </p:nvCxnSpPr>
        <p:spPr>
          <a:xfrm rot="10800000">
            <a:off x="3537910" y="2702653"/>
            <a:ext cx="1080135" cy="635"/>
          </a:xfrm>
          <a:prstGeom prst="line">
            <a:avLst/>
          </a:prstGeom>
          <a:ln>
            <a:solidFill>
              <a:schemeClr val="lt1">
                <a:lumMod val="85000"/>
              </a:schemeClr>
            </a:solidFill>
          </a:ln>
        </p:spPr>
        <p:style>
          <a:lnRef idx="1">
            <a:schemeClr val="accent1"/>
          </a:lnRef>
          <a:fillRef idx="0">
            <a:schemeClr val="accent1"/>
          </a:fillRef>
          <a:effectRef idx="0">
            <a:schemeClr val="accent1"/>
          </a:effectRef>
          <a:fontRef idx="minor">
            <a:schemeClr val="tx1"/>
          </a:fontRef>
        </p:style>
      </p:cxnSp>
      <p:sp>
        <p:nvSpPr>
          <p:cNvPr id="24" name="文本框 23"/>
          <p:cNvSpPr txBox="1"/>
          <p:nvPr>
            <p:custDataLst>
              <p:tags r:id="rId11"/>
            </p:custDataLst>
          </p:nvPr>
        </p:nvSpPr>
        <p:spPr>
          <a:xfrm>
            <a:off x="3411854" y="4941570"/>
            <a:ext cx="3240000" cy="996950"/>
          </a:xfrm>
          <a:prstGeom prst="rect">
            <a:avLst/>
          </a:prstGeom>
          <a:noFill/>
        </p:spPr>
        <p:txBody>
          <a:bodyPr wrap="square" rtlCol="0">
            <a:normAutofit/>
          </a:bodyPr>
          <a:lstStyle/>
          <a:p>
            <a:pPr algn="just">
              <a:lnSpc>
                <a:spcPct val="150000"/>
              </a:lnSpc>
              <a:spcAft>
                <a:spcPts val="2000"/>
              </a:spcAft>
            </a:pPr>
            <a:r>
              <a:rPr lang="zh-CN" altLang="en-US" dirty="0">
                <a:solidFill>
                  <a:schemeClr val="dk1">
                    <a:lumMod val="75000"/>
                    <a:lumOff val="25000"/>
                  </a:schemeClr>
                </a:solidFill>
                <a:uFillTx/>
                <a:latin typeface="微软雅黑" panose="020B0503020204020204" charset="-122"/>
                <a:ea typeface="微软雅黑" panose="020B0503020204020204" charset="-122"/>
                <a:sym typeface="Arial" panose="020B0604020202020204" pitchFamily="34" charset="0"/>
              </a:rPr>
              <a:t>脑胶质瘤原位检测技术</a:t>
            </a:r>
            <a:endParaRPr lang="zh-CN" altLang="en-US" dirty="0">
              <a:solidFill>
                <a:schemeClr val="dk1">
                  <a:lumMod val="75000"/>
                  <a:lumOff val="25000"/>
                </a:schemeClr>
              </a:solidFill>
              <a:uFillTx/>
              <a:latin typeface="微软雅黑" panose="020B0503020204020204" charset="-122"/>
              <a:ea typeface="微软雅黑" panose="020B0503020204020204" charset="-122"/>
              <a:sym typeface="Arial" panose="020B0604020202020204" pitchFamily="34" charset="0"/>
            </a:endParaRPr>
          </a:p>
        </p:txBody>
      </p:sp>
      <p:sp>
        <p:nvSpPr>
          <p:cNvPr id="118" name="文本框 117"/>
          <p:cNvSpPr txBox="1"/>
          <p:nvPr>
            <p:custDataLst>
              <p:tags r:id="rId12"/>
            </p:custDataLst>
          </p:nvPr>
        </p:nvSpPr>
        <p:spPr>
          <a:xfrm>
            <a:off x="3421705" y="4040971"/>
            <a:ext cx="815340" cy="768350"/>
          </a:xfrm>
          <a:prstGeom prst="rect">
            <a:avLst/>
          </a:prstGeom>
          <a:noFill/>
        </p:spPr>
        <p:txBody>
          <a:bodyPr wrap="square" rtlCol="0">
            <a:normAutofit fontScale="90000"/>
          </a:bodyPr>
          <a:lstStyle/>
          <a:p>
            <a:r>
              <a:rPr lang="en-US" altLang="zh-CN" sz="4400" b="1">
                <a:solidFill>
                  <a:schemeClr val="accent1">
                    <a:lumMod val="75000"/>
                  </a:schemeClr>
                </a:solidFill>
                <a:latin typeface="微软雅黑" panose="020B0503020204020204" charset="-122"/>
                <a:ea typeface="微软雅黑" panose="020B0503020204020204" charset="-122"/>
                <a:sym typeface="Arial" panose="020B0604020202020204" pitchFamily="34" charset="0"/>
              </a:rPr>
              <a:t>02</a:t>
            </a:r>
            <a:endParaRPr lang="en-US" altLang="zh-CN" sz="4400" b="1">
              <a:solidFill>
                <a:schemeClr val="accent1">
                  <a:lumMod val="75000"/>
                </a:schemeClr>
              </a:solidFill>
              <a:latin typeface="微软雅黑" panose="020B0503020204020204" charset="-122"/>
              <a:ea typeface="微软雅黑" panose="020B0503020204020204" charset="-122"/>
              <a:sym typeface="Arial" panose="020B0604020202020204" pitchFamily="34" charset="0"/>
            </a:endParaRPr>
          </a:p>
        </p:txBody>
      </p:sp>
      <p:cxnSp>
        <p:nvCxnSpPr>
          <p:cNvPr id="119" name="直接连接符 118"/>
          <p:cNvCxnSpPr/>
          <p:nvPr>
            <p:custDataLst>
              <p:tags r:id="rId13"/>
            </p:custDataLst>
          </p:nvPr>
        </p:nvCxnSpPr>
        <p:spPr>
          <a:xfrm rot="10800000">
            <a:off x="3545530" y="4784556"/>
            <a:ext cx="1080135" cy="635"/>
          </a:xfrm>
          <a:prstGeom prst="line">
            <a:avLst/>
          </a:prstGeom>
          <a:ln>
            <a:solidFill>
              <a:schemeClr val="lt1">
                <a:lumMod val="85000"/>
              </a:schemeClr>
            </a:solidFill>
          </a:ln>
        </p:spPr>
        <p:style>
          <a:lnRef idx="1">
            <a:schemeClr val="accent1"/>
          </a:lnRef>
          <a:fillRef idx="0">
            <a:schemeClr val="accent1"/>
          </a:fillRef>
          <a:effectRef idx="0">
            <a:schemeClr val="accent1"/>
          </a:effectRef>
          <a:fontRef idx="minor">
            <a:schemeClr val="tx1"/>
          </a:fontRef>
        </p:style>
      </p:cxnSp>
      <p:sp>
        <p:nvSpPr>
          <p:cNvPr id="125" name="文本框 124"/>
          <p:cNvSpPr txBox="1"/>
          <p:nvPr>
            <p:custDataLst>
              <p:tags r:id="rId14"/>
            </p:custDataLst>
          </p:nvPr>
        </p:nvSpPr>
        <p:spPr>
          <a:xfrm>
            <a:off x="7539354" y="2862580"/>
            <a:ext cx="3240000" cy="963295"/>
          </a:xfrm>
          <a:prstGeom prst="rect">
            <a:avLst/>
          </a:prstGeom>
          <a:noFill/>
        </p:spPr>
        <p:txBody>
          <a:bodyPr wrap="square" rtlCol="0">
            <a:normAutofit/>
          </a:bodyPr>
          <a:lstStyle/>
          <a:p>
            <a:pPr algn="just">
              <a:lnSpc>
                <a:spcPct val="150000"/>
              </a:lnSpc>
              <a:spcAft>
                <a:spcPts val="2000"/>
              </a:spcAft>
            </a:pPr>
            <a:r>
              <a:rPr lang="zh-CN" altLang="en-US" dirty="0">
                <a:solidFill>
                  <a:schemeClr val="dk1">
                    <a:lumMod val="75000"/>
                    <a:lumOff val="25000"/>
                  </a:schemeClr>
                </a:solidFill>
                <a:uFillTx/>
                <a:latin typeface="微软雅黑" panose="020B0503020204020204" charset="-122"/>
                <a:ea typeface="微软雅黑" panose="020B0503020204020204" charset="-122"/>
                <a:sym typeface="Arial" panose="020B0604020202020204" pitchFamily="34" charset="0"/>
              </a:rPr>
              <a:t>脑胶质瘤分子导航技术</a:t>
            </a:r>
            <a:endParaRPr lang="zh-CN" altLang="en-US" dirty="0">
              <a:solidFill>
                <a:schemeClr val="dk1">
                  <a:lumMod val="75000"/>
                  <a:lumOff val="25000"/>
                </a:schemeClr>
              </a:solidFill>
              <a:uFillTx/>
              <a:latin typeface="微软雅黑" panose="020B0503020204020204" charset="-122"/>
              <a:ea typeface="微软雅黑" panose="020B0503020204020204" charset="-122"/>
              <a:sym typeface="Arial" panose="020B0604020202020204" pitchFamily="34" charset="0"/>
            </a:endParaRPr>
          </a:p>
        </p:txBody>
      </p:sp>
      <p:sp>
        <p:nvSpPr>
          <p:cNvPr id="126" name="文本框 125"/>
          <p:cNvSpPr txBox="1"/>
          <p:nvPr>
            <p:custDataLst>
              <p:tags r:id="rId15"/>
            </p:custDataLst>
          </p:nvPr>
        </p:nvSpPr>
        <p:spPr>
          <a:xfrm>
            <a:off x="7542855" y="1961608"/>
            <a:ext cx="815340" cy="768350"/>
          </a:xfrm>
          <a:prstGeom prst="rect">
            <a:avLst/>
          </a:prstGeom>
          <a:noFill/>
        </p:spPr>
        <p:txBody>
          <a:bodyPr wrap="square" rtlCol="0">
            <a:normAutofit fontScale="90000"/>
          </a:bodyPr>
          <a:lstStyle/>
          <a:p>
            <a:r>
              <a:rPr lang="en-US" altLang="zh-CN" sz="4400" b="1" dirty="0">
                <a:solidFill>
                  <a:schemeClr val="accent1">
                    <a:lumMod val="75000"/>
                  </a:schemeClr>
                </a:solidFill>
                <a:latin typeface="微软雅黑" panose="020B0503020204020204" charset="-122"/>
                <a:ea typeface="微软雅黑" panose="020B0503020204020204" charset="-122"/>
                <a:sym typeface="Arial" panose="020B0604020202020204" pitchFamily="34" charset="0"/>
              </a:rPr>
              <a:t>03</a:t>
            </a:r>
            <a:endParaRPr lang="en-US" altLang="zh-CN" sz="4400" b="1" dirty="0">
              <a:solidFill>
                <a:schemeClr val="accent1">
                  <a:lumMod val="75000"/>
                </a:schemeClr>
              </a:solidFill>
              <a:latin typeface="微软雅黑" panose="020B0503020204020204" charset="-122"/>
              <a:ea typeface="微软雅黑" panose="020B0503020204020204" charset="-122"/>
              <a:sym typeface="Arial" panose="020B0604020202020204" pitchFamily="34" charset="0"/>
            </a:endParaRPr>
          </a:p>
        </p:txBody>
      </p:sp>
      <p:cxnSp>
        <p:nvCxnSpPr>
          <p:cNvPr id="127" name="直接连接符 126"/>
          <p:cNvCxnSpPr/>
          <p:nvPr>
            <p:custDataLst>
              <p:tags r:id="rId16"/>
            </p:custDataLst>
          </p:nvPr>
        </p:nvCxnSpPr>
        <p:spPr>
          <a:xfrm rot="10800000">
            <a:off x="7666680" y="2702653"/>
            <a:ext cx="1080135" cy="635"/>
          </a:xfrm>
          <a:prstGeom prst="line">
            <a:avLst/>
          </a:prstGeom>
          <a:ln>
            <a:solidFill>
              <a:schemeClr val="lt1">
                <a:lumMod val="85000"/>
              </a:schemeClr>
            </a:solidFill>
          </a:ln>
        </p:spPr>
        <p:style>
          <a:lnRef idx="1">
            <a:schemeClr val="accent1"/>
          </a:lnRef>
          <a:fillRef idx="0">
            <a:schemeClr val="accent1"/>
          </a:fillRef>
          <a:effectRef idx="0">
            <a:schemeClr val="accent1"/>
          </a:effectRef>
          <a:fontRef idx="minor">
            <a:schemeClr val="tx1"/>
          </a:fontRef>
        </p:style>
      </p:cxnSp>
      <p:sp>
        <p:nvSpPr>
          <p:cNvPr id="129" name="文本框 128"/>
          <p:cNvSpPr txBox="1"/>
          <p:nvPr>
            <p:custDataLst>
              <p:tags r:id="rId17"/>
            </p:custDataLst>
          </p:nvPr>
        </p:nvSpPr>
        <p:spPr>
          <a:xfrm>
            <a:off x="7540624" y="4934585"/>
            <a:ext cx="3240000" cy="996950"/>
          </a:xfrm>
          <a:prstGeom prst="rect">
            <a:avLst/>
          </a:prstGeom>
          <a:noFill/>
        </p:spPr>
        <p:txBody>
          <a:bodyPr wrap="square" rtlCol="0">
            <a:normAutofit/>
          </a:bodyPr>
          <a:lstStyle/>
          <a:p>
            <a:pPr algn="just">
              <a:lnSpc>
                <a:spcPct val="150000"/>
              </a:lnSpc>
              <a:spcAft>
                <a:spcPts val="2000"/>
              </a:spcAft>
            </a:pPr>
            <a:r>
              <a:rPr lang="zh-CN" altLang="en-US" dirty="0">
                <a:solidFill>
                  <a:schemeClr val="dk1">
                    <a:lumMod val="75000"/>
                    <a:lumOff val="25000"/>
                  </a:schemeClr>
                </a:solidFill>
                <a:uFillTx/>
                <a:latin typeface="微软雅黑" panose="020B0503020204020204" charset="-122"/>
                <a:ea typeface="微软雅黑" panose="020B0503020204020204" charset="-122"/>
                <a:sym typeface="Arial" panose="020B0604020202020204" pitchFamily="34" charset="0"/>
              </a:rPr>
              <a:t>后续工作</a:t>
            </a:r>
            <a:endParaRPr lang="zh-CN" altLang="en-US" dirty="0">
              <a:solidFill>
                <a:schemeClr val="dk1">
                  <a:lumMod val="75000"/>
                  <a:lumOff val="25000"/>
                </a:schemeClr>
              </a:solidFill>
              <a:uFillTx/>
              <a:latin typeface="微软雅黑" panose="020B0503020204020204" charset="-122"/>
              <a:ea typeface="微软雅黑" panose="020B0503020204020204" charset="-122"/>
              <a:sym typeface="Arial" panose="020B0604020202020204" pitchFamily="34" charset="0"/>
            </a:endParaRPr>
          </a:p>
        </p:txBody>
      </p:sp>
      <p:sp>
        <p:nvSpPr>
          <p:cNvPr id="130" name="文本框 129"/>
          <p:cNvSpPr txBox="1"/>
          <p:nvPr>
            <p:custDataLst>
              <p:tags r:id="rId18"/>
            </p:custDataLst>
          </p:nvPr>
        </p:nvSpPr>
        <p:spPr>
          <a:xfrm>
            <a:off x="7550475" y="4033986"/>
            <a:ext cx="815340" cy="768350"/>
          </a:xfrm>
          <a:prstGeom prst="rect">
            <a:avLst/>
          </a:prstGeom>
          <a:noFill/>
        </p:spPr>
        <p:txBody>
          <a:bodyPr wrap="square" rtlCol="0">
            <a:normAutofit fontScale="90000"/>
          </a:bodyPr>
          <a:lstStyle/>
          <a:p>
            <a:r>
              <a:rPr lang="en-US" altLang="zh-CN" sz="4400" b="1" dirty="0">
                <a:solidFill>
                  <a:schemeClr val="accent1">
                    <a:lumMod val="75000"/>
                  </a:schemeClr>
                </a:solidFill>
                <a:latin typeface="微软雅黑" panose="020B0503020204020204" charset="-122"/>
                <a:ea typeface="微软雅黑" panose="020B0503020204020204" charset="-122"/>
                <a:sym typeface="Arial" panose="020B0604020202020204" pitchFamily="34" charset="0"/>
              </a:rPr>
              <a:t>04</a:t>
            </a:r>
            <a:endParaRPr lang="en-US" altLang="zh-CN" sz="4400" b="1" dirty="0">
              <a:solidFill>
                <a:schemeClr val="accent1">
                  <a:lumMod val="75000"/>
                </a:schemeClr>
              </a:solidFill>
              <a:latin typeface="微软雅黑" panose="020B0503020204020204" charset="-122"/>
              <a:ea typeface="微软雅黑" panose="020B0503020204020204" charset="-122"/>
              <a:sym typeface="Arial" panose="020B0604020202020204" pitchFamily="34" charset="0"/>
            </a:endParaRPr>
          </a:p>
        </p:txBody>
      </p:sp>
      <p:cxnSp>
        <p:nvCxnSpPr>
          <p:cNvPr id="131" name="直接连接符 130"/>
          <p:cNvCxnSpPr/>
          <p:nvPr>
            <p:custDataLst>
              <p:tags r:id="rId19"/>
            </p:custDataLst>
          </p:nvPr>
        </p:nvCxnSpPr>
        <p:spPr>
          <a:xfrm rot="10800000">
            <a:off x="7674300" y="4784556"/>
            <a:ext cx="1080135" cy="635"/>
          </a:xfrm>
          <a:prstGeom prst="line">
            <a:avLst/>
          </a:prstGeom>
          <a:ln>
            <a:solidFill>
              <a:schemeClr val="lt1">
                <a:lumMod val="85000"/>
              </a:schemeClr>
            </a:solidFill>
          </a:ln>
        </p:spPr>
        <p:style>
          <a:lnRef idx="1">
            <a:schemeClr val="accent1"/>
          </a:lnRef>
          <a:fillRef idx="0">
            <a:schemeClr val="accent1"/>
          </a:fillRef>
          <a:effectRef idx="0">
            <a:schemeClr val="accent1"/>
          </a:effectRef>
          <a:fontRef idx="minor">
            <a:schemeClr val="tx1"/>
          </a:fontRef>
        </p:style>
      </p:cxnSp>
      <p:sp>
        <p:nvSpPr>
          <p:cNvPr id="16" name="文本框 15"/>
          <p:cNvSpPr txBox="1"/>
          <p:nvPr>
            <p:custDataLst>
              <p:tags r:id="rId20"/>
            </p:custDataLst>
          </p:nvPr>
        </p:nvSpPr>
        <p:spPr>
          <a:xfrm>
            <a:off x="755650" y="696595"/>
            <a:ext cx="1880235" cy="695325"/>
          </a:xfrm>
          <a:prstGeom prst="rect">
            <a:avLst/>
          </a:prstGeom>
          <a:solidFill>
            <a:schemeClr val="accent1"/>
          </a:solidFill>
          <a:ln>
            <a:noFill/>
          </a:ln>
          <a:effectLst/>
        </p:spPr>
        <p:txBody>
          <a:bodyPr vert="horz" wrap="square" lIns="91440" tIns="45720" rIns="91440" bIns="45720" rtlCol="0" anchor="ctr" anchorCtr="1">
            <a:normAutofit/>
          </a:bodyPr>
          <a:lstStyle/>
          <a:p>
            <a:pPr algn="ctr"/>
            <a:r>
              <a:rPr lang="zh-CN" altLang="en-US" sz="3200" b="1" spc="800" dirty="0">
                <a:ln>
                  <a:noFill/>
                </a:ln>
                <a:solidFill>
                  <a:schemeClr val="dk1">
                    <a:lumMod val="85000"/>
                    <a:lumOff val="15000"/>
                  </a:schemeClr>
                </a:solidFill>
                <a:uFillTx/>
                <a:latin typeface="汉仪旗黑-85S" panose="00020600040101010101" charset="-128"/>
                <a:ea typeface="汉仪旗黑-85S" panose="00020600040101010101" charset="-128"/>
                <a:cs typeface="+mj-lt"/>
                <a:sym typeface="Arial" panose="020B0604020202020204" pitchFamily="34" charset="0"/>
              </a:rPr>
              <a:t>目录</a:t>
            </a:r>
            <a:endParaRPr lang="zh-CN" altLang="en-US" sz="3200" b="1" spc="800" dirty="0">
              <a:ln>
                <a:noFill/>
              </a:ln>
              <a:solidFill>
                <a:schemeClr val="dk1">
                  <a:lumMod val="85000"/>
                  <a:lumOff val="15000"/>
                </a:schemeClr>
              </a:solidFill>
              <a:uFillTx/>
              <a:latin typeface="汉仪旗黑-85S" panose="00020600040101010101" charset="-128"/>
              <a:ea typeface="汉仪旗黑-85S" panose="00020600040101010101" charset="-128"/>
              <a:cs typeface="+mj-lt"/>
              <a:sym typeface="Arial" panose="020B0604020202020204" pitchFamily="34" charset="0"/>
            </a:endParaRPr>
          </a:p>
        </p:txBody>
      </p:sp>
    </p:spTree>
    <p:custDataLst>
      <p:tags r:id="rId2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9" name="组合 8"/>
          <p:cNvGrpSpPr/>
          <p:nvPr userDrawn="1">
            <p:custDataLst>
              <p:tags r:id="rId1"/>
            </p:custDataLst>
          </p:nvPr>
        </p:nvGrpSpPr>
        <p:grpSpPr>
          <a:xfrm rot="0">
            <a:off x="11556365" y="102235"/>
            <a:ext cx="549910" cy="219710"/>
            <a:chOff x="11556205" y="102393"/>
            <a:chExt cx="550071" cy="220020"/>
          </a:xfrm>
        </p:grpSpPr>
        <p:sp>
          <p:nvSpPr>
            <p:cNvPr id="13" name="等腰三角形 12"/>
            <p:cNvSpPr/>
            <p:nvPr userDrawn="1">
              <p:custDataLst>
                <p:tags r:id="rId2"/>
              </p:custDataLst>
            </p:nvPr>
          </p:nvSpPr>
          <p:spPr>
            <a:xfrm>
              <a:off x="11556205" y="102395"/>
              <a:ext cx="547688" cy="220018"/>
            </a:xfrm>
            <a:prstGeom prst="triangle">
              <a:avLst>
                <a:gd name="adj" fmla="val 78451"/>
              </a:avLst>
            </a:prstGeom>
            <a:solidFill>
              <a:schemeClr val="l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4" name="等腰三角形 13"/>
            <p:cNvSpPr/>
            <p:nvPr userDrawn="1">
              <p:custDataLst>
                <p:tags r:id="rId3"/>
              </p:custDataLst>
            </p:nvPr>
          </p:nvSpPr>
          <p:spPr>
            <a:xfrm>
              <a:off x="11784808" y="102393"/>
              <a:ext cx="321468" cy="220018"/>
            </a:xfrm>
            <a:prstGeom prst="triangle">
              <a:avLst>
                <a:gd name="adj" fmla="val 62592"/>
              </a:avLst>
            </a:prstGeom>
            <a:solidFill>
              <a:schemeClr val="l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latin typeface="微软雅黑" panose="020B0503020204020204" charset="-122"/>
                <a:ea typeface="微软雅黑" panose="020B0503020204020204" charset="-122"/>
              </a:endParaRPr>
            </a:p>
          </p:txBody>
        </p:sp>
      </p:grpSp>
      <p:grpSp>
        <p:nvGrpSpPr>
          <p:cNvPr id="10" name="组合 9"/>
          <p:cNvGrpSpPr/>
          <p:nvPr userDrawn="1">
            <p:custDataLst>
              <p:tags r:id="rId4"/>
            </p:custDataLst>
          </p:nvPr>
        </p:nvGrpSpPr>
        <p:grpSpPr>
          <a:xfrm rot="0">
            <a:off x="80645" y="100330"/>
            <a:ext cx="557530" cy="223520"/>
            <a:chOff x="80961" y="100014"/>
            <a:chExt cx="557215" cy="223836"/>
          </a:xfrm>
        </p:grpSpPr>
        <p:sp>
          <p:nvSpPr>
            <p:cNvPr id="3" name="等腰三角形 2"/>
            <p:cNvSpPr/>
            <p:nvPr userDrawn="1">
              <p:custDataLst>
                <p:tags r:id="rId5"/>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2" name="等腰三角形 11"/>
            <p:cNvSpPr/>
            <p:nvPr userDrawn="1">
              <p:custDataLst>
                <p:tags r:id="rId6"/>
              </p:custDataLst>
            </p:nvPr>
          </p:nvSpPr>
          <p:spPr>
            <a:xfrm>
              <a:off x="80961" y="133350"/>
              <a:ext cx="426245" cy="190500"/>
            </a:xfrm>
            <a:prstGeom prst="triangle">
              <a:avLst>
                <a:gd name="adj" fmla="val 3100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cxnSp>
        <p:nvCxnSpPr>
          <p:cNvPr id="6" name="直接连接符 5"/>
          <p:cNvCxnSpPr/>
          <p:nvPr>
            <p:custDataLst>
              <p:tags r:id="rId7"/>
            </p:custDataLst>
          </p:nvPr>
        </p:nvCxnSpPr>
        <p:spPr>
          <a:xfrm>
            <a:off x="457204" y="304802"/>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11" name="Title 6"/>
          <p:cNvSpPr txBox="1"/>
          <p:nvPr>
            <p:custDataLst>
              <p:tags r:id="rId8"/>
            </p:custDataLst>
          </p:nvPr>
        </p:nvSpPr>
        <p:spPr>
          <a:xfrm>
            <a:off x="1600200" y="1960245"/>
            <a:ext cx="8973185"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32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本项目围绕脑胶质瘤精准手术的临床需求，构建了涵盖术中分子分型、分子导航及原位分子检测的全流程技术体系。</a:t>
            </a:r>
            <a:endParaRPr lang="zh-CN" altLang="en-US" sz="32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9"/>
    </p:custDataLst>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4" name="组合 3"/>
          <p:cNvGrpSpPr/>
          <p:nvPr userDrawn="1">
            <p:custDataLst>
              <p:tags r:id="rId1"/>
            </p:custDataLst>
          </p:nvPr>
        </p:nvGrpSpPr>
        <p:grpSpPr>
          <a:xfrm rot="0">
            <a:off x="11556365" y="102235"/>
            <a:ext cx="549910" cy="219710"/>
            <a:chOff x="11556205" y="102393"/>
            <a:chExt cx="550071" cy="220020"/>
          </a:xfrm>
        </p:grpSpPr>
        <p:sp>
          <p:nvSpPr>
            <p:cNvPr id="13" name="等腰三角形 12"/>
            <p:cNvSpPr/>
            <p:nvPr userDrawn="1">
              <p:custDataLst>
                <p:tags r:id="rId2"/>
              </p:custDataLst>
            </p:nvPr>
          </p:nvSpPr>
          <p:spPr>
            <a:xfrm>
              <a:off x="11556205" y="102395"/>
              <a:ext cx="547688" cy="220018"/>
            </a:xfrm>
            <a:prstGeom prst="triangle">
              <a:avLst>
                <a:gd name="adj" fmla="val 78451"/>
              </a:avLst>
            </a:prstGeom>
            <a:solidFill>
              <a:schemeClr val="l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4" name="等腰三角形 13"/>
            <p:cNvSpPr/>
            <p:nvPr userDrawn="1">
              <p:custDataLst>
                <p:tags r:id="rId3"/>
              </p:custDataLst>
            </p:nvPr>
          </p:nvSpPr>
          <p:spPr>
            <a:xfrm>
              <a:off x="11784808" y="102393"/>
              <a:ext cx="321468" cy="220018"/>
            </a:xfrm>
            <a:prstGeom prst="triangle">
              <a:avLst>
                <a:gd name="adj" fmla="val 62592"/>
              </a:avLst>
            </a:prstGeom>
            <a:solidFill>
              <a:schemeClr val="l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latin typeface="微软雅黑" panose="020B0503020204020204" charset="-122"/>
                <a:ea typeface="微软雅黑" panose="020B0503020204020204" charset="-122"/>
              </a:endParaRPr>
            </a:p>
          </p:txBody>
        </p:sp>
      </p:grpSp>
      <p:grpSp>
        <p:nvGrpSpPr>
          <p:cNvPr id="10" name="组合 9"/>
          <p:cNvGrpSpPr/>
          <p:nvPr userDrawn="1">
            <p:custDataLst>
              <p:tags r:id="rId4"/>
            </p:custDataLst>
          </p:nvPr>
        </p:nvGrpSpPr>
        <p:grpSpPr>
          <a:xfrm rot="0">
            <a:off x="80645" y="100330"/>
            <a:ext cx="557530" cy="223520"/>
            <a:chOff x="80961" y="100014"/>
            <a:chExt cx="557215" cy="223836"/>
          </a:xfrm>
        </p:grpSpPr>
        <p:sp>
          <p:nvSpPr>
            <p:cNvPr id="2" name="等腰三角形 1"/>
            <p:cNvSpPr/>
            <p:nvPr userDrawn="1">
              <p:custDataLst>
                <p:tags r:id="rId5"/>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2" name="等腰三角形 11"/>
            <p:cNvSpPr/>
            <p:nvPr userDrawn="1">
              <p:custDataLst>
                <p:tags r:id="rId6"/>
              </p:custDataLst>
            </p:nvPr>
          </p:nvSpPr>
          <p:spPr>
            <a:xfrm>
              <a:off x="80961" y="133350"/>
              <a:ext cx="426245" cy="190500"/>
            </a:xfrm>
            <a:prstGeom prst="triangle">
              <a:avLst>
                <a:gd name="adj" fmla="val 3100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fontScale="9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汉仪旗黑-85S" panose="00020600040101010101" charset="-128"/>
                <a:ea typeface="汉仪旗黑-85S" panose="00020600040101010101" charset="-128"/>
                <a:sym typeface="微软雅黑" panose="020B0503020204020204" charset="-122"/>
              </a:rPr>
              <a:t>脑胶质瘤术中分型技术</a:t>
            </a:r>
            <a:endParaRPr lang="zh-CN" dirty="0" err="1">
              <a:solidFill>
                <a:schemeClr val="dk1"/>
              </a:solidFill>
              <a:latin typeface="汉仪旗黑-85S" panose="00020600040101010101" charset="-128"/>
              <a:ea typeface="汉仪旗黑-85S" panose="00020600040101010101" charset="-128"/>
              <a:sym typeface="微软雅黑" panose="020B0503020204020204" charset="-122"/>
            </a:endParaRPr>
          </a:p>
        </p:txBody>
      </p:sp>
      <p:sp>
        <p:nvSpPr>
          <p:cNvPr id="11" name="Title 6"/>
          <p:cNvSpPr txBox="1"/>
          <p:nvPr>
            <p:custDataLst>
              <p:tags r:id="rId9"/>
            </p:custDataLst>
          </p:nvPr>
        </p:nvSpPr>
        <p:spPr>
          <a:xfrm>
            <a:off x="1464310" y="2265045"/>
            <a:ext cx="9700895" cy="3242310"/>
          </a:xfrm>
          <a:prstGeom prst="rect">
            <a:avLst/>
          </a:prstGeom>
          <a:noFill/>
          <a:ln w="3175">
            <a:noFill/>
            <a:prstDash val="dash"/>
          </a:ln>
        </p:spPr>
        <p:txBody>
          <a:bodyPr wrap="square" lIns="63500" tIns="25400" rIns="63500" bIns="25400" anchor="ctr" anchorCtr="0">
            <a:no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pP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基于核酸–金属配位作用与生物酶催化原理，开发了一种比色生物检测试剂。该试剂可在短时间内发生特征颜色变化，通过肉眼直接观察即可判断血液样本是否来源于脑胶质瘤突变组织，进而实现肿瘤的快速分子分型，为手术策略的制定提供依据。该技术具有检测速度快、与手术时限高度匹配、结果可视化且无需依赖大型专业设备等优势，并具备良好的方法学扩展性，可推广应用于其他靶标物的检测。</a:t>
            </a:r>
            <a:endPar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5" name="组合 14"/>
          <p:cNvGrpSpPr/>
          <p:nvPr userDrawn="1">
            <p:custDataLst>
              <p:tags r:id="rId1"/>
            </p:custDataLst>
          </p:nvPr>
        </p:nvGrpSpPr>
        <p:grpSpPr>
          <a:xfrm rot="0">
            <a:off x="11556365" y="102235"/>
            <a:ext cx="549910" cy="219710"/>
            <a:chOff x="11556205" y="102393"/>
            <a:chExt cx="550071" cy="220020"/>
          </a:xfrm>
        </p:grpSpPr>
        <p:sp>
          <p:nvSpPr>
            <p:cNvPr id="16" name="等腰三角形 15"/>
            <p:cNvSpPr/>
            <p:nvPr userDrawn="1">
              <p:custDataLst>
                <p:tags r:id="rId2"/>
              </p:custDataLst>
            </p:nvPr>
          </p:nvSpPr>
          <p:spPr>
            <a:xfrm>
              <a:off x="11556205" y="102395"/>
              <a:ext cx="547688" cy="220018"/>
            </a:xfrm>
            <a:prstGeom prst="triangle">
              <a:avLst>
                <a:gd name="adj" fmla="val 78451"/>
              </a:avLst>
            </a:prstGeom>
            <a:solidFill>
              <a:schemeClr val="l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7" name="等腰三角形 16"/>
            <p:cNvSpPr/>
            <p:nvPr userDrawn="1">
              <p:custDataLst>
                <p:tags r:id="rId3"/>
              </p:custDataLst>
            </p:nvPr>
          </p:nvSpPr>
          <p:spPr>
            <a:xfrm>
              <a:off x="11784808" y="102393"/>
              <a:ext cx="321468" cy="220018"/>
            </a:xfrm>
            <a:prstGeom prst="triangle">
              <a:avLst>
                <a:gd name="adj" fmla="val 62592"/>
              </a:avLst>
            </a:prstGeom>
            <a:solidFill>
              <a:schemeClr val="l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latin typeface="微软雅黑" panose="020B0503020204020204" charset="-122"/>
                <a:ea typeface="微软雅黑" panose="020B0503020204020204" charset="-122"/>
              </a:endParaRPr>
            </a:p>
          </p:txBody>
        </p:sp>
      </p:grpSp>
      <p:grpSp>
        <p:nvGrpSpPr>
          <p:cNvPr id="5" name="组合 4"/>
          <p:cNvGrpSpPr/>
          <p:nvPr userDrawn="1">
            <p:custDataLst>
              <p:tags r:id="rId4"/>
            </p:custDataLst>
          </p:nvPr>
        </p:nvGrpSpPr>
        <p:grpSpPr>
          <a:xfrm rot="0">
            <a:off x="80645" y="100330"/>
            <a:ext cx="557530" cy="223520"/>
            <a:chOff x="80961" y="100014"/>
            <a:chExt cx="557215" cy="223836"/>
          </a:xfrm>
        </p:grpSpPr>
        <p:sp>
          <p:nvSpPr>
            <p:cNvPr id="8" name="等腰三角形 7"/>
            <p:cNvSpPr/>
            <p:nvPr userDrawn="1">
              <p:custDataLst>
                <p:tags r:id="rId5"/>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4" name="等腰三角形 13"/>
            <p:cNvSpPr/>
            <p:nvPr userDrawn="1">
              <p:custDataLst>
                <p:tags r:id="rId6"/>
              </p:custDataLst>
            </p:nvPr>
          </p:nvSpPr>
          <p:spPr>
            <a:xfrm>
              <a:off x="80961" y="133350"/>
              <a:ext cx="426245" cy="190500"/>
            </a:xfrm>
            <a:prstGeom prst="triangle">
              <a:avLst>
                <a:gd name="adj" fmla="val 3100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fontScale="9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汉仪旗黑-85S" panose="00020600040101010101" charset="-128"/>
                <a:ea typeface="汉仪旗黑-85S" panose="00020600040101010101" charset="-128"/>
                <a:sym typeface="微软雅黑" panose="020B0503020204020204" charset="-122"/>
              </a:rPr>
              <a:t>脑胶质瘤分子导航技术</a:t>
            </a:r>
            <a:endParaRPr lang="zh-CN" dirty="0" err="1">
              <a:solidFill>
                <a:schemeClr val="dk1"/>
              </a:solidFill>
              <a:latin typeface="汉仪旗黑-85S" panose="00020600040101010101" charset="-128"/>
              <a:ea typeface="汉仪旗黑-85S" panose="00020600040101010101" charset="-128"/>
              <a:sym typeface="微软雅黑" panose="020B0503020204020204" charset="-122"/>
            </a:endParaRPr>
          </a:p>
        </p:txBody>
      </p:sp>
      <p:sp>
        <p:nvSpPr>
          <p:cNvPr id="2" name="矩形 1"/>
          <p:cNvSpPr/>
          <p:nvPr>
            <p:custDataLst>
              <p:tags r:id="rId9"/>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10"/>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1"/>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2"/>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3"/>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4"/>
            </p:custDataLst>
          </p:nvPr>
        </p:nvSpPr>
        <p:spPr>
          <a:xfrm>
            <a:off x="1892883" y="1977452"/>
            <a:ext cx="8382634" cy="3816983"/>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buClrTx/>
              <a:buSzTx/>
              <a:buFontTx/>
            </a:pP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设计了一种具有表面增强拉曼散射（SERS）活性的功能性微针，用于脑胶质瘤组织中谷胱甘肽的定量分析。借助手持式检测设备，通过监测微针在12分钟内拉曼信号强度的动态变化，可在厘米尺度上呈现深层组织中谷胱甘肽的空间分布特征，从而实现肿瘤组织、瘤周区域及正常组织的精准鉴别。该SERS微针与临床活检器械具有良好的适配性，可作为术中诊断工具，为分子层面的手术导航提供技术支撑。</a:t>
            </a:r>
            <a:endPar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5"/>
    </p:custDataLst>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15" name="组合 14"/>
          <p:cNvGrpSpPr/>
          <p:nvPr userDrawn="1">
            <p:custDataLst>
              <p:tags r:id="rId1"/>
            </p:custDataLst>
          </p:nvPr>
        </p:nvGrpSpPr>
        <p:grpSpPr>
          <a:xfrm rot="0">
            <a:off x="11556365" y="102235"/>
            <a:ext cx="549910" cy="219710"/>
            <a:chOff x="11556205" y="102393"/>
            <a:chExt cx="550071" cy="220020"/>
          </a:xfrm>
        </p:grpSpPr>
        <p:sp>
          <p:nvSpPr>
            <p:cNvPr id="16" name="等腰三角形 15"/>
            <p:cNvSpPr/>
            <p:nvPr userDrawn="1">
              <p:custDataLst>
                <p:tags r:id="rId2"/>
              </p:custDataLst>
            </p:nvPr>
          </p:nvSpPr>
          <p:spPr>
            <a:xfrm>
              <a:off x="11556205" y="102395"/>
              <a:ext cx="547688" cy="220018"/>
            </a:xfrm>
            <a:prstGeom prst="triangle">
              <a:avLst>
                <a:gd name="adj" fmla="val 78451"/>
              </a:avLst>
            </a:prstGeom>
            <a:solidFill>
              <a:schemeClr val="l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7" name="等腰三角形 16"/>
            <p:cNvSpPr/>
            <p:nvPr userDrawn="1">
              <p:custDataLst>
                <p:tags r:id="rId3"/>
              </p:custDataLst>
            </p:nvPr>
          </p:nvSpPr>
          <p:spPr>
            <a:xfrm>
              <a:off x="11784808" y="102393"/>
              <a:ext cx="321468" cy="220018"/>
            </a:xfrm>
            <a:prstGeom prst="triangle">
              <a:avLst>
                <a:gd name="adj" fmla="val 62592"/>
              </a:avLst>
            </a:prstGeom>
            <a:solidFill>
              <a:schemeClr val="l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latin typeface="微软雅黑" panose="020B0503020204020204" charset="-122"/>
                <a:ea typeface="微软雅黑" panose="020B0503020204020204" charset="-122"/>
              </a:endParaRPr>
            </a:p>
          </p:txBody>
        </p:sp>
      </p:grpSp>
      <p:grpSp>
        <p:nvGrpSpPr>
          <p:cNvPr id="5" name="组合 4"/>
          <p:cNvGrpSpPr/>
          <p:nvPr userDrawn="1">
            <p:custDataLst>
              <p:tags r:id="rId4"/>
            </p:custDataLst>
          </p:nvPr>
        </p:nvGrpSpPr>
        <p:grpSpPr>
          <a:xfrm rot="0">
            <a:off x="80645" y="100330"/>
            <a:ext cx="557530" cy="223520"/>
            <a:chOff x="80961" y="100014"/>
            <a:chExt cx="557215" cy="223836"/>
          </a:xfrm>
        </p:grpSpPr>
        <p:sp>
          <p:nvSpPr>
            <p:cNvPr id="8" name="等腰三角形 7"/>
            <p:cNvSpPr/>
            <p:nvPr userDrawn="1">
              <p:custDataLst>
                <p:tags r:id="rId5"/>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4" name="等腰三角形 13"/>
            <p:cNvSpPr/>
            <p:nvPr userDrawn="1">
              <p:custDataLst>
                <p:tags r:id="rId6"/>
              </p:custDataLst>
            </p:nvPr>
          </p:nvSpPr>
          <p:spPr>
            <a:xfrm>
              <a:off x="80961" y="133350"/>
              <a:ext cx="426245" cy="190500"/>
            </a:xfrm>
            <a:prstGeom prst="triangle">
              <a:avLst>
                <a:gd name="adj" fmla="val 3100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fontScale="9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汉仪旗黑-85S" panose="00020600040101010101" charset="-128"/>
                <a:ea typeface="汉仪旗黑-85S" panose="00020600040101010101" charset="-128"/>
                <a:sym typeface="微软雅黑" panose="020B0503020204020204" charset="-122"/>
              </a:rPr>
              <a:t>脑胶质瘤原位检测技术</a:t>
            </a:r>
            <a:endParaRPr lang="zh-CN" dirty="0" err="1">
              <a:solidFill>
                <a:schemeClr val="dk1"/>
              </a:solidFill>
              <a:latin typeface="汉仪旗黑-85S" panose="00020600040101010101" charset="-128"/>
              <a:ea typeface="汉仪旗黑-85S" panose="00020600040101010101" charset="-128"/>
              <a:sym typeface="微软雅黑" panose="020B0503020204020204" charset="-122"/>
            </a:endParaRPr>
          </a:p>
        </p:txBody>
      </p:sp>
      <p:sp>
        <p:nvSpPr>
          <p:cNvPr id="2" name="矩形 1"/>
          <p:cNvSpPr/>
          <p:nvPr>
            <p:custDataLst>
              <p:tags r:id="rId9"/>
            </p:custDataLst>
          </p:nvPr>
        </p:nvSpPr>
        <p:spPr>
          <a:xfrm>
            <a:off x="1626212" y="1496376"/>
            <a:ext cx="8915978" cy="4779137"/>
          </a:xfrm>
          <a:prstGeom prst="rect">
            <a:avLst/>
          </a:prstGeom>
          <a:noFill/>
          <a:ln w="19050">
            <a:solidFill>
              <a:schemeClr val="accent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20000"/>
              </a:lnSpc>
            </a:pPr>
            <a:endParaRPr lang="zh-CN" altLang="en-US">
              <a:solidFill>
                <a:schemeClr val="lt1"/>
              </a:solidFill>
              <a:latin typeface="微软雅黑" panose="020B0503020204020204" charset="-122"/>
              <a:ea typeface="微软雅黑" panose="020B0503020204020204" charset="-122"/>
              <a:cs typeface="+mn-ea"/>
              <a:sym typeface="+mn-lt"/>
            </a:endParaRPr>
          </a:p>
        </p:txBody>
      </p:sp>
      <p:cxnSp>
        <p:nvCxnSpPr>
          <p:cNvPr id="10" name="直接连接符 9"/>
          <p:cNvCxnSpPr/>
          <p:nvPr>
            <p:custDataLst>
              <p:tags r:id="rId10"/>
            </p:custDataLst>
          </p:nvPr>
        </p:nvCxnSpPr>
        <p:spPr>
          <a:xfrm>
            <a:off x="1772264" y="1218995"/>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1" name="直接连接符 10"/>
          <p:cNvCxnSpPr/>
          <p:nvPr>
            <p:custDataLst>
              <p:tags r:id="rId11"/>
            </p:custDataLst>
          </p:nvPr>
        </p:nvCxnSpPr>
        <p:spPr>
          <a:xfrm>
            <a:off x="1626210" y="128778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custDataLst>
              <p:tags r:id="rId12"/>
            </p:custDataLst>
          </p:nvPr>
        </p:nvCxnSpPr>
        <p:spPr>
          <a:xfrm>
            <a:off x="10166179" y="6085167"/>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cxnSp>
        <p:nvCxnSpPr>
          <p:cNvPr id="13" name="直接连接符 12"/>
          <p:cNvCxnSpPr/>
          <p:nvPr>
            <p:custDataLst>
              <p:tags r:id="rId13"/>
            </p:custDataLst>
          </p:nvPr>
        </p:nvCxnSpPr>
        <p:spPr>
          <a:xfrm>
            <a:off x="10020125" y="6153960"/>
            <a:ext cx="398934" cy="398934"/>
          </a:xfrm>
          <a:prstGeom prst="line">
            <a:avLst/>
          </a:prstGeom>
          <a:ln w="15875">
            <a:solidFill>
              <a:schemeClr val="accent6"/>
            </a:solidFill>
          </a:ln>
        </p:spPr>
        <p:style>
          <a:lnRef idx="1">
            <a:schemeClr val="accent1"/>
          </a:lnRef>
          <a:fillRef idx="0">
            <a:schemeClr val="accent1"/>
          </a:fillRef>
          <a:effectRef idx="0">
            <a:schemeClr val="accent1"/>
          </a:effectRef>
          <a:fontRef idx="minor">
            <a:schemeClr val="tx1"/>
          </a:fontRef>
        </p:style>
      </p:cxnSp>
      <p:sp>
        <p:nvSpPr>
          <p:cNvPr id="4" name="Title 6"/>
          <p:cNvSpPr txBox="1"/>
          <p:nvPr>
            <p:custDataLst>
              <p:tags r:id="rId14"/>
            </p:custDataLst>
          </p:nvPr>
        </p:nvSpPr>
        <p:spPr>
          <a:xfrm>
            <a:off x="1772285" y="1977390"/>
            <a:ext cx="8646795" cy="3816985"/>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buClrTx/>
              <a:buSzTx/>
              <a:buFontTx/>
            </a:pP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设计并构建了集成工作电极、参比电极与对电极的一体化微电极检测系统。该系统可实现脑组织pH值及肿瘤标志物含量的原位实时检测，为脑科学研究提供新型电化学检测手段，有望推动脑机接口从单一电生理信号采集向特异性分子信号记录的功能升级。</a:t>
            </a:r>
            <a:endPar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5"/>
    </p:custDataLst>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grpSp>
        <p:nvGrpSpPr>
          <p:cNvPr id="4" name="组合 3"/>
          <p:cNvGrpSpPr/>
          <p:nvPr userDrawn="1">
            <p:custDataLst>
              <p:tags r:id="rId1"/>
            </p:custDataLst>
          </p:nvPr>
        </p:nvGrpSpPr>
        <p:grpSpPr>
          <a:xfrm rot="0">
            <a:off x="11556365" y="102235"/>
            <a:ext cx="549910" cy="219710"/>
            <a:chOff x="11556205" y="102393"/>
            <a:chExt cx="550071" cy="220020"/>
          </a:xfrm>
        </p:grpSpPr>
        <p:sp>
          <p:nvSpPr>
            <p:cNvPr id="13" name="等腰三角形 12"/>
            <p:cNvSpPr/>
            <p:nvPr userDrawn="1">
              <p:custDataLst>
                <p:tags r:id="rId2"/>
              </p:custDataLst>
            </p:nvPr>
          </p:nvSpPr>
          <p:spPr>
            <a:xfrm>
              <a:off x="11556205" y="102395"/>
              <a:ext cx="547688" cy="220018"/>
            </a:xfrm>
            <a:prstGeom prst="triangle">
              <a:avLst>
                <a:gd name="adj" fmla="val 78451"/>
              </a:avLst>
            </a:prstGeom>
            <a:solidFill>
              <a:schemeClr val="l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4" name="等腰三角形 13"/>
            <p:cNvSpPr/>
            <p:nvPr userDrawn="1">
              <p:custDataLst>
                <p:tags r:id="rId3"/>
              </p:custDataLst>
            </p:nvPr>
          </p:nvSpPr>
          <p:spPr>
            <a:xfrm>
              <a:off x="11784808" y="102393"/>
              <a:ext cx="321468" cy="220018"/>
            </a:xfrm>
            <a:prstGeom prst="triangle">
              <a:avLst>
                <a:gd name="adj" fmla="val 62592"/>
              </a:avLst>
            </a:prstGeom>
            <a:solidFill>
              <a:schemeClr val="lt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dirty="0">
                <a:solidFill>
                  <a:schemeClr val="lt1"/>
                </a:solidFill>
                <a:latin typeface="微软雅黑" panose="020B0503020204020204" charset="-122"/>
                <a:ea typeface="微软雅黑" panose="020B0503020204020204" charset="-122"/>
              </a:endParaRPr>
            </a:p>
          </p:txBody>
        </p:sp>
      </p:grpSp>
      <p:grpSp>
        <p:nvGrpSpPr>
          <p:cNvPr id="10" name="组合 9"/>
          <p:cNvGrpSpPr/>
          <p:nvPr userDrawn="1">
            <p:custDataLst>
              <p:tags r:id="rId4"/>
            </p:custDataLst>
          </p:nvPr>
        </p:nvGrpSpPr>
        <p:grpSpPr>
          <a:xfrm rot="0">
            <a:off x="80645" y="100330"/>
            <a:ext cx="557530" cy="223520"/>
            <a:chOff x="80961" y="100014"/>
            <a:chExt cx="557215" cy="223836"/>
          </a:xfrm>
        </p:grpSpPr>
        <p:sp>
          <p:nvSpPr>
            <p:cNvPr id="2" name="等腰三角形 1"/>
            <p:cNvSpPr/>
            <p:nvPr userDrawn="1">
              <p:custDataLst>
                <p:tags r:id="rId5"/>
              </p:custDataLst>
            </p:nvPr>
          </p:nvSpPr>
          <p:spPr>
            <a:xfrm>
              <a:off x="171450" y="100014"/>
              <a:ext cx="466726" cy="190500"/>
            </a:xfrm>
            <a:prstGeom prst="triangle">
              <a:avLst>
                <a:gd name="adj" fmla="val 31006"/>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sp>
          <p:nvSpPr>
            <p:cNvPr id="12" name="等腰三角形 11"/>
            <p:cNvSpPr/>
            <p:nvPr userDrawn="1">
              <p:custDataLst>
                <p:tags r:id="rId6"/>
              </p:custDataLst>
            </p:nvPr>
          </p:nvSpPr>
          <p:spPr>
            <a:xfrm>
              <a:off x="80961" y="133350"/>
              <a:ext cx="426245" cy="190500"/>
            </a:xfrm>
            <a:prstGeom prst="triangle">
              <a:avLst>
                <a:gd name="adj" fmla="val 31006"/>
              </a:avLst>
            </a:prstGeom>
            <a:solidFill>
              <a:schemeClr val="accent1">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solidFill>
                  <a:schemeClr val="lt1"/>
                </a:solidFill>
                <a:latin typeface="微软雅黑" panose="020B0503020204020204" charset="-122"/>
                <a:ea typeface="微软雅黑" panose="020B0503020204020204" charset="-122"/>
              </a:endParaRPr>
            </a:p>
          </p:txBody>
        </p:sp>
      </p:grpSp>
      <p:cxnSp>
        <p:nvCxnSpPr>
          <p:cNvPr id="3" name="直接连接符 2"/>
          <p:cNvCxnSpPr/>
          <p:nvPr>
            <p:custDataLst>
              <p:tags r:id="rId7"/>
            </p:custDataLst>
          </p:nvPr>
        </p:nvCxnSpPr>
        <p:spPr>
          <a:xfrm>
            <a:off x="457204" y="914407"/>
            <a:ext cx="11277690" cy="12700"/>
          </a:xfrm>
          <a:prstGeom prst="line">
            <a:avLst/>
          </a:prstGeom>
          <a:ln w="31750">
            <a:solidFill>
              <a:schemeClr val="accent1"/>
            </a:solidFill>
          </a:ln>
        </p:spPr>
        <p:style>
          <a:lnRef idx="1">
            <a:schemeClr val="dk1"/>
          </a:lnRef>
          <a:fillRef idx="0">
            <a:schemeClr val="dk1"/>
          </a:fillRef>
          <a:effectRef idx="0">
            <a:schemeClr val="dk1"/>
          </a:effectRef>
          <a:fontRef idx="minor">
            <a:schemeClr val="tx1"/>
          </a:fontRef>
        </p:style>
      </p:cxnSp>
      <p:sp>
        <p:nvSpPr>
          <p:cNvPr id="9" name="文本框 6"/>
          <p:cNvSpPr txBox="1"/>
          <p:nvPr>
            <p:custDataLst>
              <p:tags r:id="rId8"/>
            </p:custDataLst>
          </p:nvPr>
        </p:nvSpPr>
        <p:spPr>
          <a:xfrm>
            <a:off x="457204" y="152401"/>
            <a:ext cx="11277690" cy="609605"/>
          </a:xfrm>
          <a:prstGeom prst="rect">
            <a:avLst/>
          </a:prstGeom>
          <a:noFill/>
          <a:ln w="12700">
            <a:miter lim="400000"/>
          </a:ln>
          <a:extLst>
            <a:ext uri="{909E8E84-426E-40DD-AFC4-6F175D3DCCD1}">
              <a14:hiddenFill xmlns:a14="http://schemas.microsoft.com/office/drawing/2010/main">
                <a:solidFill>
                  <a:schemeClr val="accent1"/>
                </a:solidFill>
              </a14:hiddenFill>
            </a:ext>
          </a:extLst>
        </p:spPr>
        <p:txBody>
          <a:bodyPr lIns="0" tIns="0" rIns="0" bIns="0" anchor="ctr" anchorCtr="0">
            <a:normAutofit fontScale="90000"/>
          </a:bodyPr>
          <a:lstStyle>
            <a:defPPr>
              <a:defRPr lang="zh-CN"/>
            </a:defPPr>
            <a:lvl1pPr>
              <a:lnSpc>
                <a:spcPct val="120000"/>
              </a:lnSpc>
              <a:defRPr sz="3600" b="1">
                <a:solidFill>
                  <a:srgbClr val="FFFFFF"/>
                </a:solidFill>
                <a:latin typeface="微软雅黑" panose="020B0503020204020204" charset="-122"/>
                <a:ea typeface="微软雅黑" panose="020B0503020204020204" charset="-122"/>
                <a:cs typeface="微软雅黑" panose="020B0503020204020204" charset="-122"/>
              </a:defRPr>
            </a:lvl1pPr>
          </a:lstStyle>
          <a:p>
            <a:pPr>
              <a:lnSpc>
                <a:spcPct val="100000"/>
              </a:lnSpc>
            </a:pPr>
            <a:r>
              <a:rPr lang="zh-CN" dirty="0" err="1">
                <a:solidFill>
                  <a:schemeClr val="dk1"/>
                </a:solidFill>
                <a:latin typeface="汉仪旗黑-85S" panose="00020600040101010101" charset="-128"/>
                <a:ea typeface="汉仪旗黑-85S" panose="00020600040101010101" charset="-128"/>
                <a:sym typeface="微软雅黑" panose="020B0503020204020204" charset="-122"/>
              </a:rPr>
              <a:t>后续工作</a:t>
            </a:r>
            <a:endParaRPr lang="zh-CN" dirty="0" err="1">
              <a:solidFill>
                <a:schemeClr val="dk1"/>
              </a:solidFill>
              <a:latin typeface="汉仪旗黑-85S" panose="00020600040101010101" charset="-128"/>
              <a:ea typeface="汉仪旗黑-85S" panose="00020600040101010101" charset="-128"/>
              <a:sym typeface="微软雅黑" panose="020B0503020204020204" charset="-122"/>
            </a:endParaRPr>
          </a:p>
        </p:txBody>
      </p:sp>
      <p:sp>
        <p:nvSpPr>
          <p:cNvPr id="11" name="Title 6"/>
          <p:cNvSpPr txBox="1"/>
          <p:nvPr>
            <p:custDataLst>
              <p:tags r:id="rId9"/>
            </p:custDataLst>
          </p:nvPr>
        </p:nvSpPr>
        <p:spPr>
          <a:xfrm>
            <a:off x="1793240" y="2265045"/>
            <a:ext cx="8519160" cy="3242310"/>
          </a:xfrm>
          <a:prstGeom prst="rect">
            <a:avLst/>
          </a:prstGeom>
          <a:noFill/>
          <a:ln w="3175">
            <a:noFill/>
            <a:prstDash val="dash"/>
          </a:ln>
        </p:spPr>
        <p:txBody>
          <a:bodyPr wrap="square" lIns="63500" tIns="25400" rIns="63500" bIns="25400" anchor="ctr" anchorCtr="0">
            <a:normAutofit/>
          </a:bodyPr>
          <a:lstStyle>
            <a:lvl1pPr algn="l" defTabSz="913765" rtl="0" eaLnBrk="1" latinLnBrk="0" hangingPunct="1">
              <a:lnSpc>
                <a:spcPct val="90000"/>
              </a:lnSpc>
              <a:spcBef>
                <a:spcPct val="0"/>
              </a:spcBef>
              <a:buNone/>
              <a:defRPr lang="en-US" sz="2745" b="0" kern="1200" cap="none" spc="-49" baseline="0" dirty="0" smtClean="0">
                <a:ln w="3175">
                  <a:noFill/>
                </a:ln>
                <a:solidFill>
                  <a:schemeClr val="tx1"/>
                </a:solidFill>
                <a:effectLst/>
                <a:latin typeface="+mj-lt"/>
                <a:ea typeface="+mn-ea"/>
                <a:cs typeface="Segoe UI" panose="020B0502040204020203" pitchFamily="34" charset="0"/>
              </a:defRPr>
            </a:lvl1pPr>
          </a:lstStyle>
          <a:p>
            <a:pPr algn="l" fontAlgn="auto">
              <a:lnSpc>
                <a:spcPct val="120000"/>
              </a:lnSpc>
              <a:spcAft>
                <a:spcPts val="800"/>
              </a:spcAft>
              <a:buClrTx/>
              <a:buSzTx/>
              <a:buFontTx/>
            </a:pPr>
            <a:r>
              <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rPr>
              <a:t>技术层面，我们已完成实验室研发与医院临床的双重验证，核心方案得到充分确认。接下来将聚焦三件事：摸清市场、比透竞品、优化技术，完成从技术可行到商业可行的关键跨越。期待各位在产品路线、政策对接和融资方面给予指导与支持，推动创新技术快速实现临床价值与商业回报。</a:t>
            </a:r>
            <a:endParaRPr lang="zh-CN" altLang="en-US" sz="2400" spc="100" dirty="0">
              <a:ln w="3175">
                <a:noFill/>
                <a:prstDash val="dash"/>
              </a:ln>
              <a:solidFill>
                <a:schemeClr val="dk1">
                  <a:lumMod val="75000"/>
                  <a:lumOff val="25000"/>
                </a:schemeClr>
              </a:solidFill>
              <a:uFillTx/>
              <a:latin typeface="微软雅黑" panose="020B0503020204020204" charset="-122"/>
              <a:ea typeface="微软雅黑" panose="020B0503020204020204" charset="-122"/>
              <a:cs typeface="微软雅黑" panose="020B0503020204020204" charset="-122"/>
            </a:endParaRPr>
          </a:p>
        </p:txBody>
      </p:sp>
    </p:spTree>
    <p:custDataLst>
      <p:tags r:id="rId10"/>
    </p:custData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标题 4"/>
          <p:cNvSpPr>
            <a:spLocks noGrp="1"/>
          </p:cNvSpPr>
          <p:nvPr>
            <p:ph type="title" idx="13"/>
            <p:custDataLst>
              <p:tags r:id="rId1"/>
            </p:custDataLst>
          </p:nvPr>
        </p:nvSpPr>
        <p:spPr/>
        <p:txBody>
          <a:bodyPr vert="horz" wrap="square" lIns="0" tIns="0" rIns="0" bIns="0" rtlCol="0" anchor="b" anchorCtr="0">
            <a:normAutofit/>
          </a:bodyPr>
          <a:lstStyle/>
          <a:p>
            <a:pPr algn="dist"/>
            <a:r>
              <a:rPr lang="zh-CN" altLang="en-US">
                <a:solidFill>
                  <a:schemeClr val="dk1">
                    <a:lumMod val="85000"/>
                    <a:lumOff val="15000"/>
                  </a:schemeClr>
                </a:solidFill>
              </a:rPr>
              <a:t>谢谢</a:t>
            </a:r>
            <a:endParaRPr lang="zh-CN" altLang="en-US">
              <a:solidFill>
                <a:schemeClr val="dk1">
                  <a:lumMod val="85000"/>
                  <a:lumOff val="15000"/>
                </a:schemeClr>
              </a:solidFill>
            </a:endParaRPr>
          </a:p>
        </p:txBody>
      </p:sp>
    </p:spTree>
    <p:custDataLst>
      <p:tags r:id="rId2"/>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y"/>
  <p:tag name="KSO_WM_UNIT_INDEX" val="1"/>
  <p:tag name="KSO_WM_UNIT_ID" val="_1*y*1"/>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7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7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9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1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0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11*i*1"/>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_11*i*3"/>
  <p:tag name="KSO_WM_UNIT_LAYERLEVEL" val="1"/>
  <p:tag name="KSO_WM_TAG_VERSION" val="1.0"/>
  <p:tag name="KSO_WM_BEAUTIFY_FLAG" val="#wm#"/>
</p:tagLst>
</file>

<file path=ppt/tags/tag1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2"/>
  <p:tag name="KSO_WM_UNIT_ID" val="_11*i*2"/>
  <p:tag name="KSO_WM_UNIT_LAYERLEVEL" val="1"/>
  <p:tag name="KSO_WM_TAG_VERSION" val="1.0"/>
  <p:tag name="KSO_WM_BEAUTIFY_FLAG" val="#wm#"/>
</p:tagLst>
</file>

<file path=ppt/tags/tag11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1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1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2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2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2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2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2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2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2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Lst>
</file>

<file path=ppt/tags/tag127.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3*i*0"/>
  <p:tag name="KSO_WM_UNIT_BK_DARK_LIGHT" val="2"/>
  <p:tag name="KSO_WM_UNIT_LAYERLEVEL" val="1"/>
  <p:tag name="KSO_WM_TAG_VERSION" val="1.0"/>
  <p:tag name="KSO_WM_BEAUTIFY_FLAG" val="#wm#"/>
</p:tagLst>
</file>

<file path=ppt/tags/tag128.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29.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30.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31.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32.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33.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34.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35.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36.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37.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38.xml><?xml version="1.0" encoding="utf-8"?>
<p:tagLst xmlns:p="http://schemas.openxmlformats.org/presentationml/2006/main">
  <p:tag name="KSO_WM_SLIDE_BACKGROUND_TYPE" val="frame"/>
  <p:tag name="KSO_WM_SLIDE_BK_DARK_LIGHT" val="2"/>
  <p:tag name="KSO_WM_UNIT_HIGHLIGHT" val="0"/>
  <p:tag name="KSO_WM_UNIT_COMPATIBLE" val="0"/>
  <p:tag name="KSO_WM_UNIT_DIAGRAM_ISNUMVISUAL" val="0"/>
  <p:tag name="KSO_WM_UNIT_DIAGRAM_ISREFERUNIT" val="0"/>
  <p:tag name="KSO_WM_UNIT_ID" val="_13**"/>
  <p:tag name="KSO_WM_UNIT_LAYERLEVEL" val="1"/>
  <p:tag name="KSO_WM_TAG_VERSION" val="1.0"/>
  <p:tag name="KSO_WM_BEAUTIFY_FLAG" val="#wm#"/>
</p:tagLst>
</file>

<file path=ppt/tags/tag139.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4*i*0"/>
  <p:tag name="KSO_WM_UNIT_BK_DARK_LIGHT" val="2"/>
  <p:tag name="KSO_WM_UNIT_LAYERLEVEL" val="1"/>
  <p:tag name="KSO_WM_TAG_VERSION" val="1.0"/>
  <p:tag name="KSO_WM_BEAUTIFY_FLAG" val="#wm#"/>
</p:tagLst>
</file>

<file path=ppt/tags/tag140.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41.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42.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43.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44.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45.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46.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47.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48.xml><?xml version="1.0" encoding="utf-8"?>
<p:tagLst xmlns:p="http://schemas.openxmlformats.org/presentationml/2006/main">
  <p:tag name="KSO_WM_SLIDE_BACKGROUND_TYPE" val="leftRight"/>
  <p:tag name="KSO_WM_SLIDE_BK_DARK_LIGHT" val="2"/>
  <p:tag name="KSO_WM_UNIT_HIGHLIGHT" val="0"/>
  <p:tag name="KSO_WM_UNIT_COMPATIBLE" val="0"/>
  <p:tag name="KSO_WM_UNIT_DIAGRAM_ISNUMVISUAL" val="0"/>
  <p:tag name="KSO_WM_UNIT_DIAGRAM_ISREFERUNIT" val="0"/>
  <p:tag name="KSO_WM_UNIT_ID" val="_14**"/>
  <p:tag name="KSO_WM_UNIT_LAYERLEVEL" val="1"/>
  <p:tag name="KSO_WM_TAG_VERSION" val="1.0"/>
  <p:tag name="KSO_WM_BEAUTIFY_FLAG" val="#wm#"/>
</p:tagLst>
</file>

<file path=ppt/tags/tag14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5*i*0"/>
  <p:tag name="KSO_WM_UNIT_BK_DARK_LIGHT" val="2"/>
  <p:tag name="KSO_WM_UNIT_LAYERLEVEL" val="1"/>
  <p:tag name="KSO_WM_TAG_VERSION" val="1.0"/>
  <p:tag name="KSO_WM_BEAUTIFY_FLAG" val="#wm#"/>
</p:tagLst>
</file>

<file path=ppt/tags/tag15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5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52.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53.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54.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55.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56.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57.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58.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59.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0.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1.xml><?xml version="1.0" encoding="utf-8"?>
<p:tagLst xmlns:p="http://schemas.openxmlformats.org/presentationml/2006/main">
  <p:tag name="KSO_WM_SLIDE_BACKGROUND_TYPE" val="topBottom"/>
  <p:tag name="KSO_WM_SLIDE_BK_DARK_LIGHT" val="2"/>
  <p:tag name="KSO_WM_UNIT_HIGHLIGHT" val="0"/>
  <p:tag name="KSO_WM_UNIT_COMPATIBLE" val="0"/>
  <p:tag name="KSO_WM_UNIT_DIAGRAM_ISNUMVISUAL" val="0"/>
  <p:tag name="KSO_WM_UNIT_DIAGRAM_ISREFERUNIT" val="0"/>
  <p:tag name="KSO_WM_UNIT_ID" val="_15**"/>
  <p:tag name="KSO_WM_UNIT_LAYERLEVEL" val="1"/>
  <p:tag name="KSO_WM_TAG_VERSION" val="1.0"/>
  <p:tag name="KSO_WM_BEAUTIFY_FLAG" val="#wm#"/>
</p:tagLst>
</file>

<file path=ppt/tags/tag16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6*i*0"/>
  <p:tag name="KSO_WM_UNIT_BK_DARK_LIGHT" val="2"/>
  <p:tag name="KSO_WM_UNIT_LAYERLEVEL" val="1"/>
  <p:tag name="KSO_WM_TAG_VERSION" val="1.0"/>
  <p:tag name="KSO_WM_BEAUTIFY_FLAG" val="#wm#"/>
</p:tagLst>
</file>

<file path=ppt/tags/tag16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6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65.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66.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67.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68.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69.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0.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1.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2.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3.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4.xml><?xml version="1.0" encoding="utf-8"?>
<p:tagLst xmlns:p="http://schemas.openxmlformats.org/presentationml/2006/main">
  <p:tag name="KSO_WM_SLIDE_BACKGROUND_TYPE" val="bottomTop"/>
  <p:tag name="KSO_WM_SLIDE_BK_DARK_LIGHT" val="2"/>
  <p:tag name="KSO_WM_UNIT_HIGHLIGHT" val="0"/>
  <p:tag name="KSO_WM_UNIT_COMPATIBLE" val="0"/>
  <p:tag name="KSO_WM_UNIT_DIAGRAM_ISNUMVISUAL" val="0"/>
  <p:tag name="KSO_WM_UNIT_DIAGRAM_ISREFERUNIT" val="0"/>
  <p:tag name="KSO_WM_UNIT_ID" val="_16**"/>
  <p:tag name="KSO_WM_UNIT_LAYERLEVEL" val="1"/>
  <p:tag name="KSO_WM_TAG_VERSION" val="1.0"/>
  <p:tag name="KSO_WM_BEAUTIFY_FLAG" val="#wm#"/>
</p:tagLst>
</file>

<file path=ppt/tags/tag17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7*i*0"/>
  <p:tag name="KSO_WM_UNIT_BK_DARK_LIGHT" val="2"/>
  <p:tag name="KSO_WM_UNIT_LAYERLEVEL" val="1"/>
  <p:tag name="KSO_WM_TAG_VERSION" val="1.0"/>
  <p:tag name="KSO_WM_BEAUTIFY_FLAG" val="#wm#"/>
</p:tagLst>
</file>

<file path=ppt/tags/tag17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7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7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7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0.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1.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2.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3.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4.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5.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6.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7.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8.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89.xml><?xml version="1.0" encoding="utf-8"?>
<p:tagLst xmlns:p="http://schemas.openxmlformats.org/presentationml/2006/main">
  <p:tag name="KSO_WM_SLIDE_BACKGROUND_TYPE" val="navigation"/>
  <p:tag name="KSO_WM_SLIDE_BK_DARK_LIGHT" val="2"/>
  <p:tag name="KSO_WM_UNIT_HIGHLIGHT" val="0"/>
  <p:tag name="KSO_WM_UNIT_COMPATIBLE" val="0"/>
  <p:tag name="KSO_WM_UNIT_DIAGRAM_ISNUMVISUAL" val="0"/>
  <p:tag name="KSO_WM_UNIT_DIAGRAM_ISREFERUNIT" val="0"/>
  <p:tag name="KSO_WM_UNIT_ID" val="_17**"/>
  <p:tag name="KSO_WM_UNIT_LAYERLEVEL" val="1"/>
  <p:tag name="KSO_WM_TAG_VERSION" val="1.0"/>
  <p:tag name="KSO_WM_BEAUTIFY_FLAG" val="#wm#"/>
</p:tagLst>
</file>

<file path=ppt/tags/tag19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SUBTYPE" val="h"/>
  <p:tag name="KSO_WM_UNIT_TYPE" val="i"/>
  <p:tag name="KSO_WM_UNIT_INDEX" val="0"/>
  <p:tag name="KSO_WM_UNIT_ID" val="_18*i*0"/>
  <p:tag name="KSO_WM_UNIT_BK_DARK_LIGHT" val="2"/>
  <p:tag name="KSO_WM_UNIT_LAYERLEVEL" val="1"/>
  <p:tag name="KSO_WM_TAG_VERSION" val="1.0"/>
  <p:tag name="KSO_WM_BEAUTIFY_FLAG" val="#wm#"/>
</p:tagLst>
</file>

<file path=ppt/tags/tag19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92.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93.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94.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95.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96.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97.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98.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199.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0.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1.xml><?xml version="1.0" encoding="utf-8"?>
<p:tagLst xmlns:p="http://schemas.openxmlformats.org/presentationml/2006/main">
  <p:tag name="KSO_WM_SLIDE_BACKGROUND_TYPE" val="belt"/>
  <p:tag name="KSO_WM_SLIDE_BK_DARK_LIGHT" val="2"/>
  <p:tag name="KSO_WM_UNIT_HIGHLIGHT" val="0"/>
  <p:tag name="KSO_WM_UNIT_COMPATIBLE" val="0"/>
  <p:tag name="KSO_WM_UNIT_DIAGRAM_ISNUMVISUAL" val="0"/>
  <p:tag name="KSO_WM_UNIT_DIAGRAM_ISREFERUNIT" val="0"/>
  <p:tag name="KSO_WM_UNIT_ID" val="_18**"/>
  <p:tag name="KSO_WM_UNIT_LAYERLEVEL" val="1"/>
  <p:tag name="KSO_WM_TAG_VERSION" val="1.0"/>
  <p:tag name="KSO_WM_BEAUTIFY_FLAG" val="#wm#"/>
</p:tagLst>
</file>

<file path=ppt/tags/tag20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05"/>
</p:tagLst>
</file>

<file path=ppt/tags/tag20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4405"/>
</p:tagLst>
</file>

<file path=ppt/tags/tag20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0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207.xml><?xml version="1.0" encoding="utf-8"?>
<p:tagLst xmlns:p="http://schemas.openxmlformats.org/presentationml/2006/main">
  <p:tag name="KSO_WM_TEMPLATE_THUMBS_INDEX" val="1、4、7、9、11、15、18、19、20、21、24、29、33、36"/>
  <p:tag name="KSO_WM_TEMPLATE_SUBCATEGORY" val="0"/>
  <p:tag name="KSO_WM_TEMPLATE_MASTER_TYPE" val="1"/>
  <p:tag name="KSO_WM_TEMPLATE_COLOR_TYPE" val="1"/>
  <p:tag name="KSO_WM_TEMPLATE_MASTER_THUMB_INDEX" val="12"/>
  <p:tag name="KSO_WM_TAG_VERSION" val="1.0"/>
  <p:tag name="KSO_WM_BEAUTIFY_FLAG" val="#wm#"/>
  <p:tag name="KSO_WM_TEMPLATE_CATEGORY" val="custom"/>
  <p:tag name="KSO_WM_TEMPLATE_INDEX" val="20204405"/>
</p:tagLst>
</file>

<file path=ppt/tags/tag208.xml><?xml version="1.0" encoding="utf-8"?>
<p:tagLst xmlns:p="http://schemas.openxmlformats.org/presentationml/2006/main">
  <p:tag name="KSO_WM_UNIT_ISCONTENTSTITLE" val="0"/>
  <p:tag name="KSO_WM_UNIT_ISNUMDGMTITLE" val="0"/>
  <p:tag name="KSO_WM_UNIT_NOCLEAR" val="0"/>
  <p:tag name="KSO_WM_UNIT_VALUE" val="7"/>
  <p:tag name="KSO_WM_UNIT_HIGHLIGHT" val="0"/>
  <p:tag name="KSO_WM_UNIT_COMPATIBLE" val="0"/>
  <p:tag name="KSO_WM_UNIT_DIAGRAM_ISNUMVISUAL" val="0"/>
  <p:tag name="KSO_WM_UNIT_DIAGRAM_ISREFERUNIT" val="0"/>
  <p:tag name="KSO_WM_UNIT_TYPE" val="a"/>
  <p:tag name="KSO_WM_UNIT_INDEX" val="1"/>
  <p:tag name="KSO_WM_UNIT_ID" val="custom20204405_1*a*1"/>
  <p:tag name="KSO_WM_TEMPLATE_CATEGORY" val="custom"/>
  <p:tag name="KSO_WM_TEMPLATE_INDEX" val="20204405"/>
  <p:tag name="KSO_WM_UNIT_LAYERLEVEL" val="1"/>
  <p:tag name="KSO_WM_TAG_VERSION" val="1.0"/>
  <p:tag name="KSO_WM_BEAUTIFY_FLAG" val="#wm#"/>
  <p:tag name="KSO_WM_UNIT_PRESET_TEXT" val="商业计划书"/>
  <p:tag name="KSO_WM_UNIT_TEXT_FILL_FORE_SCHEMECOLOR_INDEX_BRIGHTNESS" val="0.15"/>
  <p:tag name="KSO_WM_UNIT_TEXT_FILL_FORE_SCHEMECOLOR_INDEX" val="13"/>
  <p:tag name="KSO_WM_UNIT_TEXT_FILL_TYPE" val="1"/>
</p:tagLst>
</file>

<file path=ppt/tags/tag209.xml><?xml version="1.0" encoding="utf-8"?>
<p:tagLst xmlns:p="http://schemas.openxmlformats.org/presentationml/2006/main">
  <p:tag name="KSO_WM_TEMPLATE_THUMBS_INDEX" val="1、4、7、9、11、15、18、19、20、21、24、29、33、36"/>
  <p:tag name="KSO_WM_SLIDE_ID" val="custom20204405_1"/>
  <p:tag name="KSO_WM_TEMPLATE_SUBCATEGORY" val="0"/>
  <p:tag name="KSO_WM_TEMPLATE_MASTER_TYPE" val="1"/>
  <p:tag name="KSO_WM_TEMPLATE_COLOR_TYPE" val="1"/>
  <p:tag name="KSO_WM_SLIDE_TYPE" val="title"/>
  <p:tag name="KSO_WM_SLIDE_SUBTYPE" val="pureTxt"/>
  <p:tag name="KSO_WM_SLIDE_ITEM_CNT" val="0"/>
  <p:tag name="KSO_WM_SLIDE_INDEX" val="1"/>
  <p:tag name="KSO_WM_TEMPLATE_MASTER_THUMB_INDEX" val="12"/>
  <p:tag name="KSO_WM_TAG_VERSION" val="1.0"/>
  <p:tag name="KSO_WM_BEAUTIFY_FLAG" val="#wm#"/>
  <p:tag name="KSO_WM_TEMPLATE_CATEGORY" val="custom"/>
  <p:tag name="KSO_WM_TEMPLATE_INDEX" val="20204405"/>
  <p:tag name="KSO_WM_SLIDE_LAYOUT" val="a_b"/>
  <p:tag name="KSO_WM_SLIDE_LAYOUT_CNT" val="1_3"/>
</p:tagLst>
</file>

<file path=ppt/tags/tag21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1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1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1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1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1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16.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i"/>
  <p:tag name="KSO_WM_UNIT_INDEX" val="1"/>
  <p:tag name="KSO_WM_UNIT_ID" val="custom20206915_4*i*1"/>
  <p:tag name="KSO_WM_TEMPLATE_CATEGORY" val="custom"/>
  <p:tag name="KSO_WM_TEMPLATE_INDEX" val="20206915"/>
  <p:tag name="KSO_WM_UNIT_LAYERLEVEL" val="1"/>
  <p:tag name="KSO_WM_TAG_VERSION" val="1.0"/>
  <p:tag name="KSO_WM_BEAUTIFY_FLAG" val="#wm#"/>
  <p:tag name="KSO_WM_UNIT_FILL_FORE_SCHEMECOLOR_INDEX_BRIGHTNESS" val="0"/>
  <p:tag name="KSO_WM_UNIT_FILL_FORE_SCHEMECOLOR_INDEX" val="15"/>
  <p:tag name="KSO_WM_UNIT_FILL_TYPE" val="1"/>
  <p:tag name="KSO_WM_UNIT_TEXT_FILL_FORE_SCHEMECOLOR_INDEX_BRIGHTNESS" val="0"/>
  <p:tag name="KSO_WM_UNIT_TEXT_FILL_FORE_SCHEMECOLOR_INDEX" val="2"/>
  <p:tag name="KSO_WM_UNIT_TEXT_FILL_TYPE" val="1"/>
</p:tagLst>
</file>

<file path=ppt/tags/tag217.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1_1"/>
  <p:tag name="KSO_WM_UNIT_ID" val="custom20206915_4*l_h_f*1_1_1"/>
  <p:tag name="KSO_WM_TEMPLATE_CATEGORY" val="custom"/>
  <p:tag name="KSO_WM_TEMPLATE_INDEX" val="20206915"/>
  <p:tag name="KSO_WM_UNIT_LAYERLEVEL" val="1_1_1"/>
  <p:tag name="KSO_WM_TAG_VERSION" val="1.0"/>
  <p:tag name="KSO_WM_BEAUTIFY_FLAG" val="#wm#"/>
  <p:tag name="KSO_WM_UNIT_PRESET_TEXT" val="请言简意赅的阐述您的观点。"/>
  <p:tag name="KSO_WM_UNIT_TEXT_FILL_FORE_SCHEMECOLOR_INDEX_BRIGHTNESS" val="0.25"/>
  <p:tag name="KSO_WM_UNIT_TEXT_FILL_FORE_SCHEMECOLOR_INDEX" val="13"/>
  <p:tag name="KSO_WM_UNIT_TEXT_FILL_TYPE" val="1"/>
  <p:tag name="KSO_WM_DIAGRAM_VIRTUALLY_FRAME" val="{&quot;height&quot;:313.8926771653543,&quot;left&quot;:268.5499212598425,&quot;top&quot;:153.70732283464568,&quot;width&quot;:580.3181102362207}"/>
</p:tagLst>
</file>

<file path=ppt/tags/tag21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1"/>
  <p:tag name="KSO_WM_UNIT_ID" val="custom20206915_4*l_h_i*1_1_1"/>
  <p:tag name="KSO_WM_TEMPLATE_CATEGORY" val="custom"/>
  <p:tag name="KSO_WM_TEMPLATE_INDEX" val="20206915"/>
  <p:tag name="KSO_WM_UNIT_LAYERLEVEL" val="1_1_1"/>
  <p:tag name="KSO_WM_TAG_VERSION" val="1.0"/>
  <p:tag name="KSO_WM_BEAUTIFY_FLAG" val="#wm#"/>
  <p:tag name="KSO_WM_UNIT_TEXT_FILL_FORE_SCHEMECOLOR_INDEX_BRIGHTNESS" val="0"/>
  <p:tag name="KSO_WM_UNIT_TEXT_FILL_FORE_SCHEMECOLOR_INDEX" val="5"/>
  <p:tag name="KSO_WM_UNIT_TEXT_FILL_TYPE" val="1"/>
  <p:tag name="KSO_WM_DIAGRAM_VIRTUALLY_FRAME" val="{&quot;height&quot;:313.8926771653543,&quot;left&quot;:268.5499212598425,&quot;top&quot;:153.70732283464568,&quot;width&quot;:580.3181102362207}"/>
</p:tagLst>
</file>

<file path=ppt/tags/tag219.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1_2"/>
  <p:tag name="KSO_WM_UNIT_ID" val="custom20206915_4*l_h_i*1_1_2"/>
  <p:tag name="KSO_WM_TEMPLATE_CATEGORY" val="custom"/>
  <p:tag name="KSO_WM_TEMPLATE_INDEX" val="20206915"/>
  <p:tag name="KSO_WM_UNIT_LAYERLEVEL" val="1_1_1"/>
  <p:tag name="KSO_WM_TAG_VERSION" val="1.0"/>
  <p:tag name="KSO_WM_BEAUTIFY_FLAG" val="#wm#"/>
  <p:tag name="KSO_WM_UNIT_LINE_FORE_SCHEMECOLOR_INDEX_BRIGHTNESS" val="-0.15"/>
  <p:tag name="KSO_WM_UNIT_LINE_FORE_SCHEMECOLOR_INDEX" val="14"/>
  <p:tag name="KSO_WM_UNIT_LINE_FILL_TYPE" val="2"/>
  <p:tag name="KSO_WM_DIAGRAM_VIRTUALLY_FRAME" val="{&quot;height&quot;:313.8926771653543,&quot;left&quot;:268.5499212598425,&quot;top&quot;:153.70732283464568,&quot;width&quot;:580.3181102362207}"/>
</p:tagLst>
</file>

<file path=ppt/tags/tag220.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3_1"/>
  <p:tag name="KSO_WM_UNIT_ID" val="custom20206915_4*l_h_f*1_3_1"/>
  <p:tag name="KSO_WM_TEMPLATE_CATEGORY" val="custom"/>
  <p:tag name="KSO_WM_TEMPLATE_INDEX" val="20206915"/>
  <p:tag name="KSO_WM_UNIT_LAYERLEVEL" val="1_1_1"/>
  <p:tag name="KSO_WM_TAG_VERSION" val="1.0"/>
  <p:tag name="KSO_WM_BEAUTIFY_FLAG" val="#wm#"/>
  <p:tag name="KSO_WM_UNIT_PRESET_TEXT" val="请言简意赅的阐述您的观点。"/>
  <p:tag name="KSO_WM_UNIT_TEXT_FILL_FORE_SCHEMECOLOR_INDEX_BRIGHTNESS" val="0.25"/>
  <p:tag name="KSO_WM_UNIT_TEXT_FILL_FORE_SCHEMECOLOR_INDEX" val="13"/>
  <p:tag name="KSO_WM_UNIT_TEXT_FILL_TYPE" val="1"/>
  <p:tag name="KSO_WM_DIAGRAM_VIRTUALLY_FRAME" val="{&quot;height&quot;:313.8926771653543,&quot;left&quot;:268.5499212598425,&quot;top&quot;:153.70732283464568,&quot;width&quot;:580.3181102362207}"/>
</p:tagLst>
</file>

<file path=ppt/tags/tag221.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1"/>
  <p:tag name="KSO_WM_UNIT_ID" val="custom20206915_4*l_h_i*1_2_1"/>
  <p:tag name="KSO_WM_TEMPLATE_CATEGORY" val="custom"/>
  <p:tag name="KSO_WM_TEMPLATE_INDEX" val="20206915"/>
  <p:tag name="KSO_WM_UNIT_LAYERLEVEL" val="1_1_1"/>
  <p:tag name="KSO_WM_TAG_VERSION" val="1.0"/>
  <p:tag name="KSO_WM_BEAUTIFY_FLAG" val="#wm#"/>
  <p:tag name="KSO_WM_UNIT_TEXT_FILL_FORE_SCHEMECOLOR_INDEX_BRIGHTNESS" val="0"/>
  <p:tag name="KSO_WM_UNIT_TEXT_FILL_FORE_SCHEMECOLOR_INDEX" val="5"/>
  <p:tag name="KSO_WM_UNIT_TEXT_FILL_TYPE" val="1"/>
  <p:tag name="KSO_WM_DIAGRAM_VIRTUALLY_FRAME" val="{&quot;height&quot;:313.8926771653543,&quot;left&quot;:268.5499212598425,&quot;top&quot;:153.70732283464568,&quot;width&quot;:580.3181102362207}"/>
</p:tagLst>
</file>

<file path=ppt/tags/tag222.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2_2"/>
  <p:tag name="KSO_WM_UNIT_ID" val="custom20206915_4*l_h_i*1_2_2"/>
  <p:tag name="KSO_WM_TEMPLATE_CATEGORY" val="custom"/>
  <p:tag name="KSO_WM_TEMPLATE_INDEX" val="20206915"/>
  <p:tag name="KSO_WM_UNIT_LAYERLEVEL" val="1_1_1"/>
  <p:tag name="KSO_WM_TAG_VERSION" val="1.0"/>
  <p:tag name="KSO_WM_BEAUTIFY_FLAG" val="#wm#"/>
  <p:tag name="KSO_WM_UNIT_LINE_FORE_SCHEMECOLOR_INDEX_BRIGHTNESS" val="-0.15"/>
  <p:tag name="KSO_WM_UNIT_LINE_FORE_SCHEMECOLOR_INDEX" val="14"/>
  <p:tag name="KSO_WM_UNIT_LINE_FILL_TYPE" val="2"/>
  <p:tag name="KSO_WM_DIAGRAM_VIRTUALLY_FRAME" val="{&quot;height&quot;:313.8926771653543,&quot;left&quot;:268.5499212598425,&quot;top&quot;:153.70732283464568,&quot;width&quot;:580.3181102362207}"/>
</p:tagLst>
</file>

<file path=ppt/tags/tag223.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2_1"/>
  <p:tag name="KSO_WM_UNIT_ID" val="custom20206915_4*l_h_f*1_2_1"/>
  <p:tag name="KSO_WM_TEMPLATE_CATEGORY" val="custom"/>
  <p:tag name="KSO_WM_TEMPLATE_INDEX" val="20206915"/>
  <p:tag name="KSO_WM_UNIT_LAYERLEVEL" val="1_1_1"/>
  <p:tag name="KSO_WM_TAG_VERSION" val="1.0"/>
  <p:tag name="KSO_WM_BEAUTIFY_FLAG" val="#wm#"/>
  <p:tag name="KSO_WM_UNIT_PRESET_TEXT" val="请言简意赅的阐述您的观点。"/>
  <p:tag name="KSO_WM_UNIT_TEXT_FILL_FORE_SCHEMECOLOR_INDEX_BRIGHTNESS" val="0.25"/>
  <p:tag name="KSO_WM_UNIT_TEXT_FILL_FORE_SCHEMECOLOR_INDEX" val="13"/>
  <p:tag name="KSO_WM_UNIT_TEXT_FILL_TYPE" val="1"/>
  <p:tag name="KSO_WM_DIAGRAM_VIRTUALLY_FRAME" val="{&quot;height&quot;:313.8926771653543,&quot;left&quot;:268.5499212598425,&quot;top&quot;:153.70732283464568,&quot;width&quot;:580.3181102362207}"/>
</p:tagLst>
</file>

<file path=ppt/tags/tag224.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1"/>
  <p:tag name="KSO_WM_UNIT_ID" val="custom20206915_4*l_h_i*1_3_1"/>
  <p:tag name="KSO_WM_TEMPLATE_CATEGORY" val="custom"/>
  <p:tag name="KSO_WM_TEMPLATE_INDEX" val="20206915"/>
  <p:tag name="KSO_WM_UNIT_LAYERLEVEL" val="1_1_1"/>
  <p:tag name="KSO_WM_TAG_VERSION" val="1.0"/>
  <p:tag name="KSO_WM_BEAUTIFY_FLAG" val="#wm#"/>
  <p:tag name="KSO_WM_UNIT_TEXT_FILL_FORE_SCHEMECOLOR_INDEX_BRIGHTNESS" val="0"/>
  <p:tag name="KSO_WM_UNIT_TEXT_FILL_FORE_SCHEMECOLOR_INDEX" val="5"/>
  <p:tag name="KSO_WM_UNIT_TEXT_FILL_TYPE" val="1"/>
  <p:tag name="KSO_WM_DIAGRAM_VIRTUALLY_FRAME" val="{&quot;height&quot;:313.8926771653543,&quot;left&quot;:268.5499212598425,&quot;top&quot;:153.70732283464568,&quot;width&quot;:580.3181102362207}"/>
</p:tagLst>
</file>

<file path=ppt/tags/tag225.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3_2"/>
  <p:tag name="KSO_WM_UNIT_ID" val="custom20206915_4*l_h_i*1_3_2"/>
  <p:tag name="KSO_WM_TEMPLATE_CATEGORY" val="custom"/>
  <p:tag name="KSO_WM_TEMPLATE_INDEX" val="20206915"/>
  <p:tag name="KSO_WM_UNIT_LAYERLEVEL" val="1_1_1"/>
  <p:tag name="KSO_WM_TAG_VERSION" val="1.0"/>
  <p:tag name="KSO_WM_BEAUTIFY_FLAG" val="#wm#"/>
  <p:tag name="KSO_WM_UNIT_LINE_FORE_SCHEMECOLOR_INDEX_BRIGHTNESS" val="-0.15"/>
  <p:tag name="KSO_WM_UNIT_LINE_FORE_SCHEMECOLOR_INDEX" val="14"/>
  <p:tag name="KSO_WM_UNIT_LINE_FILL_TYPE" val="2"/>
  <p:tag name="KSO_WM_DIAGRAM_VIRTUALLY_FRAME" val="{&quot;height&quot;:313.8926771653543,&quot;left&quot;:268.5499212598425,&quot;top&quot;:153.70732283464568,&quot;width&quot;:580.3181102362207}"/>
</p:tagLst>
</file>

<file path=ppt/tags/tag226.xml><?xml version="1.0" encoding="utf-8"?>
<p:tagLst xmlns:p="http://schemas.openxmlformats.org/presentationml/2006/main">
  <p:tag name="KSO_WM_UNIT_SUBTYPE" val="a"/>
  <p:tag name="KSO_WM_UNIT_NOCLEAR" val="0"/>
  <p:tag name="KSO_WM_UNIT_HIGHLIGHT" val="0"/>
  <p:tag name="KSO_WM_UNIT_COMPATIBLE" val="0"/>
  <p:tag name="KSO_WM_UNIT_DIAGRAM_ISNUMVISUAL" val="0"/>
  <p:tag name="KSO_WM_UNIT_DIAGRAM_ISREFERUNIT" val="0"/>
  <p:tag name="KSO_WM_DIAGRAM_GROUP_CODE" val="l1-1"/>
  <p:tag name="KSO_WM_UNIT_TYPE" val="l_h_f"/>
  <p:tag name="KSO_WM_UNIT_INDEX" val="1_4_1"/>
  <p:tag name="KSO_WM_UNIT_ID" val="custom20206915_4*l_h_f*1_4_1"/>
  <p:tag name="KSO_WM_TEMPLATE_CATEGORY" val="custom"/>
  <p:tag name="KSO_WM_TEMPLATE_INDEX" val="20206915"/>
  <p:tag name="KSO_WM_UNIT_LAYERLEVEL" val="1_1_1"/>
  <p:tag name="KSO_WM_TAG_VERSION" val="1.0"/>
  <p:tag name="KSO_WM_BEAUTIFY_FLAG" val="#wm#"/>
  <p:tag name="KSO_WM_UNIT_PRESET_TEXT" val="请言简意赅的阐述您的观点。"/>
  <p:tag name="KSO_WM_UNIT_TEXT_FILL_FORE_SCHEMECOLOR_INDEX_BRIGHTNESS" val="0.25"/>
  <p:tag name="KSO_WM_UNIT_TEXT_FILL_FORE_SCHEMECOLOR_INDEX" val="13"/>
  <p:tag name="KSO_WM_UNIT_TEXT_FILL_TYPE" val="1"/>
  <p:tag name="KSO_WM_DIAGRAM_VIRTUALLY_FRAME" val="{&quot;height&quot;:313.8926771653543,&quot;left&quot;:268.5499212598425,&quot;top&quot;:153.70732283464568,&quot;width&quot;:580.3181102362207}"/>
</p:tagLst>
</file>

<file path=ppt/tags/tag227.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1"/>
  <p:tag name="KSO_WM_UNIT_ID" val="custom20206915_4*l_h_i*1_4_1"/>
  <p:tag name="KSO_WM_TEMPLATE_CATEGORY" val="custom"/>
  <p:tag name="KSO_WM_TEMPLATE_INDEX" val="20206915"/>
  <p:tag name="KSO_WM_UNIT_LAYERLEVEL" val="1_1_1"/>
  <p:tag name="KSO_WM_TAG_VERSION" val="1.0"/>
  <p:tag name="KSO_WM_BEAUTIFY_FLAG" val="#wm#"/>
  <p:tag name="KSO_WM_UNIT_TEXT_FILL_FORE_SCHEMECOLOR_INDEX_BRIGHTNESS" val="0"/>
  <p:tag name="KSO_WM_UNIT_TEXT_FILL_FORE_SCHEMECOLOR_INDEX" val="5"/>
  <p:tag name="KSO_WM_UNIT_TEXT_FILL_TYPE" val="1"/>
  <p:tag name="KSO_WM_DIAGRAM_VIRTUALLY_FRAME" val="{&quot;height&quot;:313.8926771653543,&quot;left&quot;:268.5499212598425,&quot;top&quot;:153.70732283464568,&quot;width&quot;:580.3181102362207}"/>
</p:tagLst>
</file>

<file path=ppt/tags/tag228.xml><?xml version="1.0" encoding="utf-8"?>
<p:tagLst xmlns:p="http://schemas.openxmlformats.org/presentationml/2006/main">
  <p:tag name="KSO_WM_UNIT_HIGHLIGHT" val="0"/>
  <p:tag name="KSO_WM_UNIT_COMPATIBLE" val="0"/>
  <p:tag name="KSO_WM_UNIT_DIAGRAM_ISNUMVISUAL" val="0"/>
  <p:tag name="KSO_WM_UNIT_DIAGRAM_ISREFERUNIT" val="0"/>
  <p:tag name="KSO_WM_DIAGRAM_GROUP_CODE" val="l1-1"/>
  <p:tag name="KSO_WM_UNIT_TYPE" val="l_h_i"/>
  <p:tag name="KSO_WM_UNIT_INDEX" val="1_4_2"/>
  <p:tag name="KSO_WM_UNIT_ID" val="custom20206915_4*l_h_i*1_4_2"/>
  <p:tag name="KSO_WM_TEMPLATE_CATEGORY" val="custom"/>
  <p:tag name="KSO_WM_TEMPLATE_INDEX" val="20206915"/>
  <p:tag name="KSO_WM_UNIT_LAYERLEVEL" val="1_1_1"/>
  <p:tag name="KSO_WM_TAG_VERSION" val="1.0"/>
  <p:tag name="KSO_WM_BEAUTIFY_FLAG" val="#wm#"/>
  <p:tag name="KSO_WM_UNIT_LINE_FORE_SCHEMECOLOR_INDEX_BRIGHTNESS" val="-0.15"/>
  <p:tag name="KSO_WM_UNIT_LINE_FORE_SCHEMECOLOR_INDEX" val="14"/>
  <p:tag name="KSO_WM_UNIT_LINE_FILL_TYPE" val="2"/>
  <p:tag name="KSO_WM_DIAGRAM_VIRTUALLY_FRAME" val="{&quot;height&quot;:313.8926771653543,&quot;left&quot;:268.5499212598425,&quot;top&quot;:153.70732283464568,&quot;width&quot;:580.3181102362207}"/>
</p:tagLst>
</file>

<file path=ppt/tags/tag229.xml><?xml version="1.0" encoding="utf-8"?>
<p:tagLst xmlns:p="http://schemas.openxmlformats.org/presentationml/2006/main">
  <p:tag name="KSO_WM_UNIT_ISCONTENTSTITLE" val="1"/>
  <p:tag name="KSO_WM_UNIT_ISNUMDGMTITLE" val="0"/>
  <p:tag name="KSO_WM_UNIT_PRESET_TEXT" val="目录"/>
  <p:tag name="KSO_WM_UNIT_NOCLEAR" val="0"/>
  <p:tag name="KSO_WM_UNIT_VALUE" val="4"/>
  <p:tag name="KSO_WM_UNIT_HIGHLIGHT" val="0"/>
  <p:tag name="KSO_WM_UNIT_COMPATIBLE" val="0"/>
  <p:tag name="KSO_WM_UNIT_DIAGRAM_ISNUMVISUAL" val="0"/>
  <p:tag name="KSO_WM_UNIT_DIAGRAM_ISREFERUNIT" val="0"/>
  <p:tag name="KSO_WM_DIAGRAM_GROUP_CODE" val="l1-1"/>
  <p:tag name="KSO_WM_UNIT_TYPE" val="a"/>
  <p:tag name="KSO_WM_UNIT_INDEX" val="1"/>
  <p:tag name="KSO_WM_UNIT_ID" val="custom20206915_4*a*1"/>
  <p:tag name="KSO_WM_TEMPLATE_CATEGORY" val="custom"/>
  <p:tag name="KSO_WM_TEMPLATE_INDEX" val="20206915"/>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14"/>
  <p:tag name="KSO_WM_UNIT_TEXT_FILL_TYPE" val="1"/>
</p:tagLst>
</file>

<file path=ppt/tags/tag230.xml><?xml version="1.0" encoding="utf-8"?>
<p:tagLst xmlns:p="http://schemas.openxmlformats.org/presentationml/2006/main">
  <p:tag name="KSO_WM_BEAUTIFY_FLAG" val="#wm#"/>
  <p:tag name="KSO_WM_TEMPLATE_CATEGORY" val="custom"/>
  <p:tag name="KSO_WM_TEMPLATE_INDEX" val="20206915"/>
  <p:tag name="KSO_WM_SLIDE_ID" val="custom20206915_4"/>
  <p:tag name="KSO_WM_TEMPLATE_SUBCATEGORY" val="0"/>
  <p:tag name="KSO_WM_TEMPLATE_MASTER_TYPE" val="1"/>
  <p:tag name="KSO_WM_TEMPLATE_COLOR_TYPE" val="1"/>
  <p:tag name="KSO_WM_SLIDE_TYPE" val="contents"/>
  <p:tag name="KSO_WM_SLIDE_SUBTYPE" val="diag"/>
  <p:tag name="KSO_WM_SLIDE_ITEM_CNT" val="4"/>
  <p:tag name="KSO_WM_SLIDE_INDEX" val="4"/>
  <p:tag name="KSO_WM_DIAGRAM_GROUP_CODE" val="l1-1"/>
  <p:tag name="KSO_WM_SLIDE_DIAGTYPE" val="l"/>
  <p:tag name="KSO_WM_TAG_VERSION" val="1.0"/>
  <p:tag name="KSO_WM_SLIDE_LAYOUT" val="a_l"/>
  <p:tag name="KSO_WM_SLIDE_LAYOUT_CNT" val="1_1"/>
  <p:tag name="KSO_WM_SLIDE_BACKGROUND_TYPE" val="general"/>
</p:tagLst>
</file>

<file path=ppt/tags/tag23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3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3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3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3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diagram20220058_3*i*1"/>
  <p:tag name="KSO_WM_TEMPLATE_CATEGORY" val="diagram"/>
  <p:tag name="KSO_WM_TEMPLATE_INDEX" val="20220058"/>
  <p:tag name="KSO_WM_UNIT_LAYERLEVEL" val="1"/>
  <p:tag name="KSO_WM_TAG_VERSION" val="1.0"/>
  <p:tag name="KSO_WM_BEAUTIFY_FLAG" val="#wm#"/>
  <p:tag name="KSO_WM_UNIT_TYPE" val="i"/>
  <p:tag name="KSO_WM_UNIT_INDEX" val="1"/>
  <p:tag name="KSO_WM_UNIT_BLOCK" val="0"/>
  <p:tag name="KSO_WM_UNIT_SM_LIMIT_TYPE" val="3"/>
  <p:tag name="KSO_WM_UNIT_DEC_AREA_ID" val="8a3794c4b6e349188cfeedf5b6c3c579"/>
  <p:tag name="KSO_WM_UNIT_DECORATE_INFO" val="{&quot;ReferentInfo&quot;:{&quot;Id&quot;:&quot;d1a394a27fb4426d839dac8d39cf9a61&quot;,&quot;X&quot;:{&quot;Pos&quot;:1},&quot;Y&quot;:{&quot;Pos&quot;:0}},&quot;DecorateInfoX&quot;:{&quot;Pos&quot;:1,&quot;IsAbs&quot;:true},&quot;DecorateInfoY&quot;:{&quot;Pos&quot;:1,&quot;IsAbs&quot;:true},&quot;DecorateInfoW&quot;:{&quot;IsAbs&quot;:fals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3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3"/>
</p:tagLst>
</file>

<file path=ppt/tags/tag239.xml><?xml version="1.0" encoding="utf-8"?>
<p:tagLst xmlns:p="http://schemas.openxmlformats.org/presentationml/2006/main">
  <p:tag name="KSO_WM_SLIDE_ID" val="diagram20220058_3"/>
  <p:tag name="KSO_WM_TEMPLATE_SUBCATEGORY" val="25"/>
  <p:tag name="KSO_WM_TEMPLATE_MASTER_TYPE" val="0"/>
  <p:tag name="KSO_WM_TEMPLATE_COLOR_TYPE" val="0"/>
  <p:tag name="KSO_WM_SLIDE_ITEM_CNT" val="0"/>
  <p:tag name="KSO_WM_SLIDE_INDEX" val="3"/>
  <p:tag name="KSO_WM_TAG_VERSION" val="1.0"/>
  <p:tag name="KSO_WM_BEAUTIFY_FLAG" val="#wm#"/>
  <p:tag name="KSO_WM_TEMPLATE_CATEGORY" val="diagram"/>
  <p:tag name="KSO_WM_TEMPLATE_INDEX" val="20220058"/>
  <p:tag name="KSO_WM_SLIDE_TYPE" val="text"/>
  <p:tag name="KSO_WM_SLIDE_SUBTYPE" val="picTxt"/>
  <p:tag name="KSO_WM_SLIDE_LAYOUTTYPE" val="topbottom"/>
  <p:tag name="KSO_WM_SLIDE_SIZE" val="888*492"/>
  <p:tag name="KSO_WM_SLIDE_POSITION" val="36*24"/>
  <p:tag name="KSO_WM_SLIDE_LAYOUT" val="d"/>
  <p:tag name="KSO_WM_SLIDE_LAYOUT_CNT" val="1"/>
  <p:tag name="KSO_WM_SLIDE_LAYOUT_INFO" val="{&quot;backgroundInfo&quot;:[{&quot;bottom&quot;:0,&quot;bottomAbs&quot;:false,&quot;left&quot;:0,&quot;leftAbs&quot;:false,&quot;right&quot;:0,&quot;rightAbs&quot;:false,&quot;top&quot;:0,&quot;topAbs&quot;:false,&quot;type&quot;:&quot;general&quot;}],&quot;id&quot;:&quot;2026-06-16T19:40:15&quot;,&quot;margin&quot;:{&quot;bottom&quot;:0.847000002861023,&quot;left&quot;:1.2699999809265137,&quot;right&quot;:1.2699999809265137,&quot;top&quot;:1.6929999589920044},&quot;type&quot;:0}"/>
  <p:tag name="KSO_WM_SLIDE_RATIO" val="1.777778"/>
  <p:tag name="KSO_WM_SLIDE_BACKGROUND" val="[&quot;general&quot;]"/>
  <p:tag name="KSO_WM_SLIDE_BACKGROUND_TYPE" val="general"/>
</p:tagLst>
</file>

<file path=ppt/tags/tag24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4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4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4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4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4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4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4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24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6-16T19:40:15&quot;,&quot;maxSize&quot;:{&quot;size1&quot;:20},&quot;minSize&quot;:{&quot;size1&quot;:11.2},&quot;normalSize&quot;:{&quot;size1&quot;:11.2},&quot;subLayout&quot;:[{&quot;id&quot;:&quot;2026-06-16T19:40:15&quot;,&quot;margin&quot;:{&quot;bottom&quot;:0.025999998673796654,&quot;left&quot;:1.2699999809265137,&quot;right&quot;:1.2699999809265137,&quot;top&quot;:0.4230000376701355},&quot;type&quot;:0},{&quot;id&quot;:&quot;2026-06-16T19:40:1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5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5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5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5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5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5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58.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259.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260.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61.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62.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63.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64.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6-16T19:40:15&quot;,&quot;maxSize&quot;:{&quot;size1&quot;:20},&quot;minSize&quot;:{&quot;size1&quot;:11.2},&quot;normalSize&quot;:{&quot;size1&quot;:11.2},&quot;subLayout&quot;:[{&quot;id&quot;:&quot;2026-06-16T19:40:15&quot;,&quot;margin&quot;:{&quot;bottom&quot;:0.025999998673796654,&quot;left&quot;:1.2699999809265137,&quot;right&quot;:1.2699999809265137,&quot;top&quot;:0.4230000376701355},&quot;type&quot;:0},{&quot;id&quot;:&quot;2026-06-16T19:40:1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6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66.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67.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68.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69.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72.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73.xml><?xml version="1.0" encoding="utf-8"?>
<p:tagLst xmlns:p="http://schemas.openxmlformats.org/presentationml/2006/main">
  <p:tag name="KSO_WM_TAG_VERSION" val="1.0"/>
  <p:tag name="KSO_WM_BEAUTIFY_FLAG" val="#wm#"/>
  <p:tag name="KSO_WM_UNIT_TYPE" val="i"/>
  <p:tag name="KSO_WM_UNIT_ID" val="diagram20208604_1*i*1"/>
  <p:tag name="KSO_WM_TEMPLATE_CATEGORY" val="diagram"/>
  <p:tag name="KSO_WM_TEMPLATE_INDEX" val="20208604"/>
  <p:tag name="KSO_WM_UNIT_INDEX" val="1"/>
  <p:tag name="KSO_WM_UNIT_HIGHLIGHT" val="0"/>
  <p:tag name="KSO_WM_UNIT_COMPATIBLE" val="0"/>
  <p:tag name="KSO_WM_UNIT_DIAGRAM_ISNUMVISUAL" val="0"/>
  <p:tag name="KSO_WM_UNIT_DIAGRAM_ISREFERUNIT" val="0"/>
  <p:tag name="KSO_WM_UNIT_LAYERLEVEL" val="1"/>
  <p:tag name="KSO_WM_UNIT_BLOCK" val="0"/>
  <p:tag name="KSO_WM_UNIT_SM_LIMIT_TYPE" val="2"/>
  <p:tag name="KSO_WM_UNIT_DEC_AREA_ID" val="e352ecb8f5b840f19a3cb857467d0e4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UNIT_TEXT_FILL_FORE_SCHEMECOLOR_INDEX_BRIGHTNESS" val="0"/>
  <p:tag name="KSO_WM_UNIT_TEXT_FILL_FORE_SCHEMECOLOR_INDEX" val="2"/>
  <p:tag name="KSO_WM_UNIT_TEXT_FILL_TYPE" val="1"/>
  <p:tag name="KSO_WM_UNIT_VALUE" val="864"/>
  <p:tag name="KSO_WM_TEMPLATE_ASSEMBLE_XID" val="60656e7a4054ed1e2fb7f9a0"/>
  <p:tag name="KSO_WM_TEMPLATE_ASSEMBLE_GROUPID" val="60656e7a4054ed1e2fb7f9a0"/>
  <p:tag name="WM_BEAUTIFY_ZORDER_FLAG_TAG" val="3"/>
</p:tagLst>
</file>

<file path=ppt/tags/tag274.xml><?xml version="1.0" encoding="utf-8"?>
<p:tagLst xmlns:p="http://schemas.openxmlformats.org/presentationml/2006/main">
  <p:tag name="KSO_WM_TAG_VERSION" val="1.0"/>
  <p:tag name="KSO_WM_BEAUTIFY_FLAG" val="#wm#"/>
  <p:tag name="KSO_WM_UNIT_TYPE" val="i"/>
  <p:tag name="KSO_WM_UNIT_ID" val="diagram20208604_1*i*2"/>
  <p:tag name="KSO_WM_TEMPLATE_CATEGORY" val="diagram"/>
  <p:tag name="KSO_WM_TEMPLATE_INDEX" val="20208604"/>
  <p:tag name="KSO_WM_UNIT_INDEX" val="2"/>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65248d0e2eac4a16859a1c0559d33ac9"/>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4"/>
</p:tagLst>
</file>

<file path=ppt/tags/tag275.xml><?xml version="1.0" encoding="utf-8"?>
<p:tagLst xmlns:p="http://schemas.openxmlformats.org/presentationml/2006/main">
  <p:tag name="KSO_WM_TAG_VERSION" val="1.0"/>
  <p:tag name="KSO_WM_BEAUTIFY_FLAG" val="#wm#"/>
  <p:tag name="KSO_WM_UNIT_TYPE" val="i"/>
  <p:tag name="KSO_WM_UNIT_ID" val="diagram20208604_1*i*3"/>
  <p:tag name="KSO_WM_TEMPLATE_CATEGORY" val="diagram"/>
  <p:tag name="KSO_WM_TEMPLATE_INDEX" val="20208604"/>
  <p:tag name="KSO_WM_UNIT_INDEX" val="3"/>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d26b32aaa4d84b0dbd1030a6cabd7a68"/>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5"/>
</p:tagLst>
</file>

<file path=ppt/tags/tag276.xml><?xml version="1.0" encoding="utf-8"?>
<p:tagLst xmlns:p="http://schemas.openxmlformats.org/presentationml/2006/main">
  <p:tag name="KSO_WM_TAG_VERSION" val="1.0"/>
  <p:tag name="KSO_WM_BEAUTIFY_FLAG" val="#wm#"/>
  <p:tag name="KSO_WM_UNIT_TYPE" val="i"/>
  <p:tag name="KSO_WM_UNIT_ID" val="diagram20208604_1*i*4"/>
  <p:tag name="KSO_WM_TEMPLATE_CATEGORY" val="diagram"/>
  <p:tag name="KSO_WM_TEMPLATE_INDEX" val="20208604"/>
  <p:tag name="KSO_WM_UNIT_INDEX" val="4"/>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808fb1adb4d744cc9d369074d0507e4f"/>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6"/>
</p:tagLst>
</file>

<file path=ppt/tags/tag277.xml><?xml version="1.0" encoding="utf-8"?>
<p:tagLst xmlns:p="http://schemas.openxmlformats.org/presentationml/2006/main">
  <p:tag name="KSO_WM_TAG_VERSION" val="1.0"/>
  <p:tag name="KSO_WM_BEAUTIFY_FLAG" val="#wm#"/>
  <p:tag name="KSO_WM_UNIT_TYPE" val="i"/>
  <p:tag name="KSO_WM_UNIT_ID" val="diagram20208604_1*i*5"/>
  <p:tag name="KSO_WM_TEMPLATE_CATEGORY" val="diagram"/>
  <p:tag name="KSO_WM_TEMPLATE_INDEX" val="20208604"/>
  <p:tag name="KSO_WM_UNIT_INDEX" val="5"/>
  <p:tag name="KSO_WM_UNIT_HIGHLIGHT" val="0"/>
  <p:tag name="KSO_WM_UNIT_COMPATIBLE" val="0"/>
  <p:tag name="KSO_WM_UNIT_DIAGRAM_ISNUMVISUAL" val="0"/>
  <p:tag name="KSO_WM_UNIT_DIAGRAM_ISREFERUNIT" val="0"/>
  <p:tag name="KSO_WM_UNIT_LAYERLEVEL" val="1"/>
  <p:tag name="KSO_WM_UNIT_BLOCK" val="0"/>
  <p:tag name="KSO_WM_UNIT_SM_LIMIT_TYPE" val="1"/>
  <p:tag name="KSO_WM_UNIT_DEC_AREA_ID" val="060ccbb9a83241f2a52575c4e4f76136"/>
  <p:tag name="KSO_WM_UNIT_DECORATE_INFO" val="{&quot;ReferentInfo&quot;:{&quot;Id&quot;:&quot;slide&quot;,&quot;X&quot;:{&quot;Pos&quot;:1},&quot;Y&quot;:{&quot;Pos&quot;:1}},&quot;DecorateInfoX&quot;:{&quot;Pos&quot;:1,&quot;IsAbs&quot;:true},&quot;DecorateInfoY&quot;:{&quot;Pos&quot;:1,&quot;IsAbs&quot;:true},&quot;DecorateInfoW&quot;:{&quot;IsAbs&quot;:true},&quot;DecorateInfoH&quot;:{&quot;IsAbs&quot;:true},&quot;whChangeMode&quot;:0}"/>
  <p:tag name="KSO_WM_CHIP_GROUPID" val="5ef20c07a491bb0086638b14"/>
  <p:tag name="KSO_WM_CHIP_XID" val="5ef20c07a491bb0086638b15"/>
  <p:tag name="KSO_WM_UNIT_LINE_FORE_SCHEMECOLOR_INDEX_BRIGHTNESS" val="0"/>
  <p:tag name="KSO_WM_UNIT_LINE_FORE_SCHEMECOLOR_INDEX" val="10"/>
  <p:tag name="KSO_WM_UNIT_LINE_FILL_TYPE" val="2"/>
  <p:tag name="KSO_WM_TEMPLATE_ASSEMBLE_XID" val="60656e7a4054ed1e2fb7f9a0"/>
  <p:tag name="KSO_WM_TEMPLATE_ASSEMBLE_GROUPID" val="60656e7a4054ed1e2fb7f9a0"/>
  <p:tag name="WM_BEAUTIFY_ZORDER_FLAG_TAG" val="7"/>
</p:tagLst>
</file>

<file path=ppt/tags/tag27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这样才能使内容层次分明，页面简洁易读。如果您的内容确实非常重要又难以精简，也请使用分段处理，对内容进行简单的梳理和提炼，这样会使逻辑框架相对清晰。为了能让您有更直观的字数感受，并进一步方便使用，我们设置了文本的最大限度，当您输入的文字到这里时，已濒临页面容纳内容的上限，若还有更多内容，请酌情缩小字号，但我们不建议您的文本字号小于14磅，请您务必注意。单击此处添加正文，文字是您思想的提炼，为了演示发布的良好效果，请言简意赅的阐述您的观点。您的内容已经简明扼要，字字珠玑，但信息却千丝万缕、错综复杂，需要用更多的文字来表述；但请您尽可能提炼思想的精髓。"/>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8604_1*f*1"/>
  <p:tag name="KSO_WM_TEMPLATE_CATEGORY" val="diagram"/>
  <p:tag name="KSO_WM_TEMPLATE_INDEX" val="20208604"/>
  <p:tag name="KSO_WM_UNIT_LAYERLEVEL" val="1"/>
  <p:tag name="KSO_WM_TAG_VERSION" val="1.0"/>
  <p:tag name="KSO_WM_BEAUTIFY_FLAG" val="#wm#"/>
  <p:tag name="KSO_WM_UNIT_DEFAULT_FONT" val="14;20;2"/>
  <p:tag name="KSO_WM_UNIT_BLOCK" val="0"/>
  <p:tag name="KSO_WM_UNIT_VALUE" val="588"/>
  <p:tag name="KSO_WM_UNIT_SHOW_EDIT_AREA_INDICATION" val="1"/>
  <p:tag name="KSO_WM_CHIP_GROUPID" val="5e6b05596848fb12bee65ac8"/>
  <p:tag name="KSO_WM_CHIP_XID" val="5e6b05596848fb12bee65aca"/>
  <p:tag name="KSO_WM_UNIT_DEC_AREA_ID" val="5557aaf2e9bc4b2499ccf5d271336ab4"/>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cm&quot;,&quot;fill_mode&quot;:&quot;full&quot;,&quot;sacle_strategy&quot;:&quot;smart&quot;}"/>
  <p:tag name="KSO_WM_ASSEMBLE_CHIP_INDEX" val="ff7d2160ef064691979e787d147d2e44"/>
  <p:tag name="KSO_WM_UNIT_SUPPORT_UNIT_TYPE" val="[&quot;l&quot;,&quot;m&quot;,&quot;n&quot;,&quot;o&quot;,&quot;p&quot;,&quot;q&quot;,&quot;r&quot;,&quot;δ&quot;,&quot;ε&quot;,&quot;ζ&quot;,&quot;η&quot;,&quot;d&quot;,&quot;α&quot;,&quot;β&quot;,&quot;θ&quot;]"/>
  <p:tag name="KSO_WM_UNIT_TEXT_FILL_FORE_SCHEMECOLOR_INDEX_BRIGHTNESS" val="0.25"/>
  <p:tag name="KSO_WM_UNIT_TEXT_FILL_FORE_SCHEMECOLOR_INDEX" val="13"/>
  <p:tag name="KSO_WM_UNIT_TEXT_FILL_TYPE" val="1"/>
  <p:tag name="KSO_WM_TEMPLATE_ASSEMBLE_XID" val="60656e7a4054ed1e2fb7f9a0"/>
  <p:tag name="KSO_WM_TEMPLATE_ASSEMBLE_GROUPID" val="60656e7a4054ed1e2fb7f9a0"/>
  <p:tag name="WM_BEAUTIFY_ZORDER_FLAG_TAG" val="8"/>
</p:tagLst>
</file>

<file path=ppt/tags/tag27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6-16T19:40:15&quot;,&quot;maxSize&quot;:{&quot;size1&quot;:20},&quot;minSize&quot;:{&quot;size1&quot;:11.2},&quot;normalSize&quot;:{&quot;size1&quot;:11.2},&quot;subLayout&quot;:[{&quot;id&quot;:&quot;2026-06-16T19:40:15&quot;,&quot;margin&quot;:{&quot;bottom&quot;:0.025999998673796654,&quot;left&quot;:1.2699999809265137,&quot;right&quot;:1.2699999809265137,&quot;top&quot;:0.4230000376701355},&quot;type&quot;:0},{&quot;id&quot;:&quot;2026-06-16T19:40:1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80.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81.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2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82.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5"/>
  <p:tag name="KSO_WM_UNIT_FILL_FORE_SCHEMECOLOR_INDEX" val="14"/>
  <p:tag name="KSO_WM_UNIT_FILL_TYPE" val="1"/>
  <p:tag name="KSO_WM_UNIT_TEXT_FILL_FORE_SCHEMECOLOR_INDEX_BRIGHTNESS" val="0"/>
  <p:tag name="KSO_WM_UNIT_TEXT_FILL_FORE_SCHEMECOLOR_INDEX" val="2"/>
  <p:tag name="KSO_WM_UNIT_TEXT_FILL_TYPE" val="1"/>
</p:tagLst>
</file>

<file path=ppt/tags/tag283.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TYPE" val="i"/>
</p:tagLst>
</file>

<file path=ppt/tags/tag284.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5.xml><?xml version="1.0" encoding="utf-8"?>
<p:tagLst xmlns:p="http://schemas.openxmlformats.org/presentationml/2006/main">
  <p:tag name="KSO_WM_SLIDE_BACKGROUND_TYPE" val="general"/>
  <p:tag name="KSO_WM_UNIT_HIGHLIGHT" val="0"/>
  <p:tag name="KSO_WM_UNIT_COMPATIBLE" val="0"/>
  <p:tag name="KSO_WM_UNIT_DIAGRAM_ISNUMVISUAL" val="0"/>
  <p:tag name="KSO_WM_UNIT_DIAGRAM_ISREFERUNIT" val="0"/>
  <p:tag name="KSO_WM_UNIT_ID" val="_12**"/>
  <p:tag name="KSO_WM_UNIT_LAYERLEVEL" val="1"/>
  <p:tag name="KSO_WM_TAG_VERSION" val="1.0"/>
  <p:tag name="KSO_WM_BEAUTIFY_FLAG" val="#wm#"/>
  <p:tag name="KSO_WM_UNIT_FILL_FORE_SCHEMECOLOR_INDEX_BRIGHTNESS" val="0.6"/>
  <p:tag name="KSO_WM_UNIT_FILL_FORE_SCHEMECOLOR_INDEX" val="5"/>
  <p:tag name="KSO_WM_UNIT_FILL_TYPE" val="1"/>
  <p:tag name="KSO_WM_UNIT_TEXT_FILL_FORE_SCHEMECOLOR_INDEX_BRIGHTNESS" val="0"/>
  <p:tag name="KSO_WM_UNIT_TEXT_FILL_FORE_SCHEMECOLOR_INDEX" val="2"/>
  <p:tag name="KSO_WM_UNIT_TEXT_FILL_TYPE" val="1"/>
</p:tagLst>
</file>

<file path=ppt/tags/tag2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diagram20220058_1*i*1"/>
  <p:tag name="KSO_WM_TEMPLATE_CATEGORY" val="diagram"/>
  <p:tag name="KSO_WM_TEMPLATE_INDEX" val="20220058"/>
  <p:tag name="KSO_WM_UNIT_LAYERLEVEL" val="1"/>
  <p:tag name="KSO_WM_TAG_VERSION" val="1.0"/>
  <p:tag name="KSO_WM_BEAUTIFY_FLAG" val="#wm#"/>
  <p:tag name="KSO_WM_UNIT_BLOCK" val="0"/>
  <p:tag name="KSO_WM_UNIT_SM_LIMIT_TYPE" val="0"/>
  <p:tag name="KSO_WM_UNIT_DEC_AREA_ID" val="401453a90b9f4fd5b1215058b8a2f2e8"/>
  <p:tag name="KSO_WM_UNIT_DECORATE_INFO" val="{&quot;ReferentInfo&quot;:{&quot;Id&quot;:&quot;2d2094633d9c481aa0d84a95a0159686&quot;,&quot;X&quot;:{&quot;Pos&quot;:1},&quot;Y&quot;:{&quot;Pos&quot;:2}},&quot;DecorateInfoX&quot;:{&quot;Pos&quot;:1,&quot;IsAbs&quot;:true},&quot;DecorateInfoY&quot;:{&quot;Pos&quot;:0,&quot;IsAbs&quot;:true},&quot;DecorateInfoW&quot;:{&quot;IsAbs&quot;:true},&quot;DecorateInfoH&quot;:{&quot;IsAbs&quot;:true},&quot;whChangeMode&quot;:0}"/>
  <p:tag name="KSO_WM_UNIT_LINE_FORE_SCHEMECOLOR_INDEX_BRIGHTNESS" val="0"/>
  <p:tag name="KSO_WM_UNIT_LINE_FORE_SCHEMECOLOR_INDEX" val="5"/>
  <p:tag name="KSO_WM_UNIT_LINE_FILL_TYPE" val="2"/>
  <p:tag name="WM_BEAUTIFY_ZORDER_FLAG_TAG" val="1"/>
</p:tagLst>
</file>

<file path=ppt/tags/tag287.xml><?xml version="1.0" encoding="utf-8"?>
<p:tagLst xmlns:p="http://schemas.openxmlformats.org/presentationml/2006/main">
  <p:tag name="KSO_WM_UNIT_ISCONTENTSTITLE" val="0"/>
  <p:tag name="KSO_WM_UNIT_ISNUMDGMTITLE" val="0"/>
  <p:tag name="KSO_WM_UNIT_PRESET_TEXT" val="线型上下导航版"/>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diagram20220058_1*a*1"/>
  <p:tag name="KSO_WM_TEMPLATE_CATEGORY" val="diagram"/>
  <p:tag name="KSO_WM_TEMPLATE_INDEX" val="20220058"/>
  <p:tag name="KSO_WM_UNIT_LAYERLEVEL" val="1"/>
  <p:tag name="KSO_WM_TAG_VERSION" val="1.0"/>
  <p:tag name="KSO_WM_BEAUTIFY_FLAG" val="#wm#"/>
  <p:tag name="KSO_WM_UNIT_VALUE" val="27"/>
  <p:tag name="KSO_WM_UNIT_BLOCK" val="0"/>
  <p:tag name="KSO_WM_UNIT_SM_LIMIT_TYPE" val="2"/>
  <p:tag name="KSO_WM_UNIT_DEC_AREA_ID" val="2d2094633d9c481aa0d84a95a0159686"/>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TEXT_FILL_FORE_SCHEMECOLOR_INDEX_BRIGHTNESS" val="0"/>
  <p:tag name="KSO_WM_UNIT_TEXT_FILL_FORE_SCHEMECOLOR_INDEX" val="13"/>
  <p:tag name="KSO_WM_UNIT_TEXT_FILL_TYPE" val="1"/>
  <p:tag name="WM_BEAUTIFY_ZORDER_FLAG_TAG" val="2"/>
</p:tagLst>
</file>

<file path=ppt/tags/tag288.xml><?xml version="1.0" encoding="utf-8"?>
<p:tagLst xmlns:p="http://schemas.openxmlformats.org/presentationml/2006/main">
  <p:tag name="KSO_WM_UNIT_TEXT_SUBTYPE" val="a"/>
  <p:tag name="KSO_WM_UNIT_SUBTYPE" val="a"/>
  <p:tag name="KSO_WM_UNIT_PRESET_TEXT" val="单击此处添加正文，文字是您思想的提炼，为了演示发布的良好效果，请言简意赅的阐述您的观点。您的内容已经简明扼要，字字珠玑，但信息却千丝万缕、错综复杂，需要用更多的文字来表述；但请您尽可能提炼思想的精髓，否则容易造成观者的阅读压力，适得其反。正如我们都希望改变世界，希望给别人带去光明，但更多时候我们只需要播下一颗种子，自然有微风吹拂，雨露滋养。恰如其分的表达观点，往往事半功倍。当您的内容到达这个限度时，或许已经不纯粹作用于演示，极大可能运用于阅读领域；无论是传播观点、知识分享还是汇报工作，内容的详尽固然重要，但请一定注意信息框架的清晰。"/>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diagram20207315_1*f*1"/>
  <p:tag name="KSO_WM_TEMPLATE_CATEGORY" val="diagram"/>
  <p:tag name="KSO_WM_TEMPLATE_INDEX" val="20207315"/>
  <p:tag name="KSO_WM_UNIT_LAYERLEVEL" val="1"/>
  <p:tag name="KSO_WM_TAG_VERSION" val="1.0"/>
  <p:tag name="KSO_WM_BEAUTIFY_FLAG" val="#wm#"/>
  <p:tag name="KSO_WM_UNIT_DEFAULT_FONT" val="14;20;2"/>
  <p:tag name="KSO_WM_UNIT_BLOCK" val="0"/>
  <p:tag name="KSO_WM_UNIT_VALUE" val="290"/>
  <p:tag name="KSO_WM_UNIT_SHOW_EDIT_AREA_INDICATION" val="1"/>
  <p:tag name="KSO_WM_CHIP_GROUPID" val="5e6b05596848fb12bee65ac8"/>
  <p:tag name="KSO_WM_CHIP_XID" val="5e6b05596848fb12bee65aca"/>
  <p:tag name="KSO_WM_UNIT_DEC_AREA_ID" val="3462bde237c543c58b90892aede91ea7"/>
  <p:tag name="KSO_WM_UNIT_DECORATE_INFO" val="{&quot;ReferentInfo&quot;:{&quot;Id&quot;:&quot;slide&quot;,&quot;X&quot;:{&quot;Pos&quot;:0},&quot;Y&quot;:{&quot;Pos&quot;:0}},&quot;DecorateInfoX&quot;:{&quot;Pos&quot;:0,&quot;IsAbs&quot;:false},&quot;DecorateInfoY&quot;:{&quot;Pos&quot;:0,&quot;IsAbs&quot;:false},&quot;DecorateInfoW&quot;:{&quot;IsAbs&quot;:false},&quot;DecorateInfoH&quot;:{&quot;IsAbs&quot;:false},&quot;whChangeMode&quot;:0}"/>
  <p:tag name="KSO_WM_UNIT_SM_LIMIT_TYPE" val="2"/>
  <p:tag name="KSO_WM_CHIP_FILLAREA_FILL_RULE" val="{&quot;fill_align&quot;:&quot;lm&quot;,&quot;fill_mode&quot;:&quot;full&quot;,&quot;sacle_strategy&quot;:&quot;smart&quot;}"/>
  <p:tag name="KSO_WM_ASSEMBLE_CHIP_INDEX" val="dc8ab5172452436899286f2808371cac"/>
  <p:tag name="KSO_WM_UNIT_TEXT_FILL_FORE_SCHEMECOLOR_INDEX_BRIGHTNESS" val="0.25"/>
  <p:tag name="KSO_WM_UNIT_TEXT_FILL_FORE_SCHEMECOLOR_INDEX" val="13"/>
  <p:tag name="KSO_WM_UNIT_TEXT_FILL_TYPE" val="1"/>
  <p:tag name="KSO_WM_TEMPLATE_ASSEMBLE_XID" val="6130c4e08b5cc6c91112a571"/>
  <p:tag name="KSO_WM_TEMPLATE_ASSEMBLE_GROUPID" val="6130c4e08b5cc6c91112a571"/>
  <p:tag name="WM_BEAUTIFY_ZORDER_FLAG_TAG" val="4"/>
</p:tagLst>
</file>

<file path=ppt/tags/tag289.xml><?xml version="1.0" encoding="utf-8"?>
<p:tagLst xmlns:p="http://schemas.openxmlformats.org/presentationml/2006/main">
  <p:tag name="KSO_WM_SLIDE_ID" val="diagram20220058_1"/>
  <p:tag name="KSO_WM_TEMPLATE_SUBCATEGORY" val="25"/>
  <p:tag name="KSO_WM_TEMPLATE_MASTER_TYPE" val="0"/>
  <p:tag name="KSO_WM_TEMPLATE_COLOR_TYPE" val="0"/>
  <p:tag name="KSO_WM_SLIDE_ITEM_CNT" val="0"/>
  <p:tag name="KSO_WM_SLIDE_INDEX" val="1"/>
  <p:tag name="KSO_WM_TAG_VERSION" val="1.0"/>
  <p:tag name="KSO_WM_BEAUTIFY_FLAG" val="#wm#"/>
  <p:tag name="KSO_WM_TEMPLATE_CATEGORY" val="diagram"/>
  <p:tag name="KSO_WM_TEMPLATE_INDEX" val="20220058"/>
  <p:tag name="KSO_WM_SLIDE_LAYOUT" val="a_d"/>
  <p:tag name="KSO_WM_SLIDE_LAYOUT_CNT" val="1_1"/>
  <p:tag name="KSO_WM_SLIDE_TYPE" val="text"/>
  <p:tag name="KSO_WM_SLIDE_SUBTYPE" val="picTxt"/>
  <p:tag name="KSO_WM_SLIDE_LAYOUTTYPE" val="topbottom"/>
  <p:tag name="KSO_WM_SLIDE_SIZE" val="888*504"/>
  <p:tag name="KSO_WM_SLIDE_POSITION" val="36*12"/>
  <p:tag name="KSO_WM_SLIDE_LAYOUT_INFO" val="{&quot;backgroundInfo&quot;:[{&quot;bottom&quot;:0,&quot;bottomAbs&quot;:false,&quot;left&quot;:0,&quot;leftAbs&quot;:false,&quot;right&quot;:0,&quot;rightAbs&quot;:false,&quot;top&quot;:0,&quot;topAbs&quot;:false,&quot;type&quot;:&quot;general&quot;}],&quot;id&quot;:&quot;2026-06-16T19:40:15&quot;,&quot;maxSize&quot;:{&quot;size1&quot;:20},&quot;minSize&quot;:{&quot;size1&quot;:11.2},&quot;normalSize&quot;:{&quot;size1&quot;:11.2},&quot;subLayout&quot;:[{&quot;id&quot;:&quot;2026-06-16T19:40:15&quot;,&quot;margin&quot;:{&quot;bottom&quot;:0.025999998673796654,&quot;left&quot;:1.2699999809265137,&quot;right&quot;:1.2699999809265137,&quot;top&quot;:0.4230000376701355},&quot;type&quot;:0},{&quot;id&quot;:&quot;2026-06-16T19:40:15&quot;,&quot;margin&quot;:{&quot;bottom&quot;:0.847000002861023,&quot;left&quot;:1.2699999809265137,&quot;right&quot;:1.2699999809265137,&quot;top&quot;:1.2699999809265137},&quot;type&quot;:0}],&quot;type&quot;:0}"/>
  <p:tag name="KSO_WM_SLIDE_RATIO" val="1.777778"/>
  <p:tag name="KSO_WM_SLIDE_BACKGROUND" val="[&quot;general&quot;]"/>
  <p:tag name="KSO_WM_SLIDE_BACKGROUND_TYPE" val="general"/>
</p:tagLst>
</file>

<file path=ppt/tags/tag290.xml><?xml version="1.0" encoding="utf-8"?>
<p:tagLst xmlns:p="http://schemas.openxmlformats.org/presentationml/2006/main">
  <p:tag name="KSO_WM_UNIT_ISCONTENTSTITLE" val="0"/>
  <p:tag name="KSO_WM_UNIT_ISNUMDGMTITLE" val="0"/>
  <p:tag name="KSO_WM_UNIT_NOCLEAR" val="1"/>
  <p:tag name="KSO_WM_UNIT_HIGHLIGHT" val="0"/>
  <p:tag name="KSO_WM_UNIT_COMPATIBLE" val="0"/>
  <p:tag name="KSO_WM_UNIT_DIAGRAM_ISNUMVISUAL" val="0"/>
  <p:tag name="KSO_WM_UNIT_DIAGRAM_ISREFERUNIT" val="0"/>
  <p:tag name="KSO_WM_UNIT_TYPE" val="a"/>
  <p:tag name="KSO_WM_UNIT_INDEX" val="1"/>
  <p:tag name="KSO_WM_UNIT_ID" val="custom20204405_36*a*1"/>
  <p:tag name="KSO_WM_TEMPLATE_CATEGORY" val="custom"/>
  <p:tag name="KSO_WM_TEMPLATE_INDEX" val="20204405"/>
  <p:tag name="KSO_WM_UNIT_LAYERLEVEL" val="1"/>
  <p:tag name="KSO_WM_TAG_VERSION" val="1.0"/>
  <p:tag name="KSO_WM_BEAUTIFY_FLAG" val="#wm#"/>
  <p:tag name="KSO_WM_UNIT_PRESET_TEXT" val="谢谢聆听"/>
  <p:tag name="KSO_WM_UNIT_TEXT_FILL_FORE_SCHEMECOLOR_INDEX_BRIGHTNESS" val="0.15"/>
  <p:tag name="KSO_WM_UNIT_TEXT_FILL_FORE_SCHEMECOLOR_INDEX" val="13"/>
  <p:tag name="KSO_WM_UNIT_TEXT_FILL_TYPE" val="1"/>
</p:tagLst>
</file>

<file path=ppt/tags/tag291.xml><?xml version="1.0" encoding="utf-8"?>
<p:tagLst xmlns:p="http://schemas.openxmlformats.org/presentationml/2006/main">
  <p:tag name="KSO_WM_SLIDE_ID" val="custom20204405_36"/>
  <p:tag name="KSO_WM_TEMPLATE_SUBCATEGORY" val="0"/>
  <p:tag name="KSO_WM_TEMPLATE_MASTER_TYPE" val="1"/>
  <p:tag name="KSO_WM_TEMPLATE_COLOR_TYPE" val="1"/>
  <p:tag name="KSO_WM_SLIDE_TYPE" val="endPage"/>
  <p:tag name="KSO_WM_SLIDE_SUBTYPE" val="pureTxt"/>
  <p:tag name="KSO_WM_SLIDE_ITEM_CNT" val="0"/>
  <p:tag name="KSO_WM_SLIDE_INDEX" val="36"/>
  <p:tag name="KSO_WM_TAG_VERSION" val="1.0"/>
  <p:tag name="KSO_WM_BEAUTIFY_FLAG" val="#wm#"/>
  <p:tag name="KSO_WM_TEMPLATE_CATEGORY" val="custom"/>
  <p:tag name="KSO_WM_TEMPLATE_INDEX" val="20204405"/>
  <p:tag name="KSO_WM_SLIDE_LAYOUT" val="a_b"/>
  <p:tag name="KSO_WM_SLIDE_LAYOUT_CNT" val="1_1"/>
</p:tagLst>
</file>

<file path=ppt/theme/theme1.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Arial Black-Arial">
      <a:majorFont>
        <a:latin typeface="Arial Black"/>
        <a:ea typeface=""/>
        <a:cs typeface=""/>
        <a:font script="Jpan" typeface="ＭＳ ゴシック"/>
        <a:font script="Hang" typeface="굴림"/>
        <a:font script="Hans" typeface="宋体"/>
        <a:font script="Hant" typeface="新細明體"/>
        <a:font script="Arab" typeface="Tahoma"/>
        <a:font script="Hebr" typeface="Tahoma"/>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ajorFont>
      <a:minorFont>
        <a:latin typeface="Arial"/>
        <a:ea typeface=""/>
        <a:cs typeface=""/>
        <a:font script="Jpan" typeface="ＭＳ Ｐゴシック"/>
        <a:font script="Hang" typeface="굴림"/>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主题​​">
  <a:themeElements>
    <a:clrScheme name="">
      <a:dk1>
        <a:srgbClr val="000000"/>
      </a:dk1>
      <a:lt1>
        <a:srgbClr val="FFFFFF"/>
      </a:lt1>
      <a:dk2>
        <a:srgbClr val="E5F5FF"/>
      </a:dk2>
      <a:lt2>
        <a:srgbClr val="FFFFFF"/>
      </a:lt2>
      <a:accent1>
        <a:srgbClr val="6FC7FF"/>
      </a:accent1>
      <a:accent2>
        <a:srgbClr val="8CB5E5"/>
      </a:accent2>
      <a:accent3>
        <a:srgbClr val="A9A4CC"/>
      </a:accent3>
      <a:accent4>
        <a:srgbClr val="C592B2"/>
      </a:accent4>
      <a:accent5>
        <a:srgbClr val="E28199"/>
      </a:accent5>
      <a:accent6>
        <a:srgbClr val="FF6F7F"/>
      </a:accent6>
      <a:hlink>
        <a:srgbClr val="658BD5"/>
      </a:hlink>
      <a:folHlink>
        <a:srgbClr val="A16AA5"/>
      </a:folHlink>
    </a:clrScheme>
    <a:fontScheme name="自定义 9">
      <a:majorFont>
        <a:latin typeface="Arial"/>
        <a:ea typeface="微软雅黑"/>
        <a:cs typeface=""/>
      </a:majorFont>
      <a:minorFont>
        <a:latin typeface="Arial"/>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宋体"/>
        <a:ea typeface=""/>
        <a:cs typeface=""/>
        <a:font script="Jpan" typeface="游ゴシック Light"/>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宋体"/>
        <a:ea typeface=""/>
        <a:cs typeface=""/>
        <a:font script="Jpan" typeface="游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749</Words>
  <Application>WPS 演示</Application>
  <PresentationFormat>宽屏</PresentationFormat>
  <Paragraphs>40</Paragraphs>
  <Slides>8</Slides>
  <Notes>0</Notes>
  <HiddenSlides>0</HiddenSlides>
  <MMClips>0</MMClips>
  <ScaleCrop>false</ScaleCrop>
  <HeadingPairs>
    <vt:vector size="6" baseType="variant">
      <vt:variant>
        <vt:lpstr>已用的字体</vt:lpstr>
      </vt:variant>
      <vt:variant>
        <vt:i4>13</vt:i4>
      </vt:variant>
      <vt:variant>
        <vt:lpstr>主题</vt:lpstr>
      </vt:variant>
      <vt:variant>
        <vt:i4>2</vt:i4>
      </vt:variant>
      <vt:variant>
        <vt:lpstr>幻灯片标题</vt:lpstr>
      </vt:variant>
      <vt:variant>
        <vt:i4>8</vt:i4>
      </vt:variant>
    </vt:vector>
  </HeadingPairs>
  <TitlesOfParts>
    <vt:vector size="23" baseType="lpstr">
      <vt:lpstr>Arial</vt:lpstr>
      <vt:lpstr>宋体</vt:lpstr>
      <vt:lpstr>Wingdings</vt:lpstr>
      <vt:lpstr>微软雅黑</vt:lpstr>
      <vt:lpstr>汉仪旗黑-85S</vt:lpstr>
      <vt:lpstr>黑体</vt:lpstr>
      <vt:lpstr>汉仪旗黑-85S</vt:lpstr>
      <vt:lpstr>Segoe UI</vt:lpstr>
      <vt:lpstr>Arial Unicode MS</vt:lpstr>
      <vt:lpstr>Arial Black</vt:lpstr>
      <vt:lpstr>Calibri</vt:lpstr>
      <vt:lpstr>汉仪旗黑-85S</vt:lpstr>
      <vt:lpstr>方正小标宋_GBK</vt:lpstr>
      <vt:lpstr>Office 主题​​</vt:lpstr>
      <vt:lpstr>1_Office 主题​​</vt:lpstr>
      <vt:lpstr>快诊精断 — 脑胶质瘤分子诊断技术</vt:lpstr>
      <vt:lpstr>PowerPoint 演示文稿</vt:lpstr>
      <vt:lpstr>PowerPoint 演示文稿</vt:lpstr>
      <vt:lpstr>PowerPoint 演示文稿</vt:lpstr>
      <vt:lpstr>PowerPoint 演示文稿</vt:lpstr>
      <vt:lpstr>PowerPoint 演示文稿</vt:lpstr>
      <vt:lpstr>PowerPoint 演示文稿</vt:lpstr>
      <vt:lpstr>谢谢</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姚群</cp:lastModifiedBy>
  <cp:revision>3</cp:revision>
  <dcterms:created xsi:type="dcterms:W3CDTF">2026-06-16T11:41:00Z</dcterms:created>
  <dcterms:modified xsi:type="dcterms:W3CDTF">2026-06-16T11:43:58Z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2052-12.1.0.26895</vt:lpwstr>
  </property>
  <property fmtid="{D5CDD505-2E9C-101B-9397-08002B2CF9AE}" pid="3" name="ICV">
    <vt:lpwstr/>
  </property>
</Properties>
</file>