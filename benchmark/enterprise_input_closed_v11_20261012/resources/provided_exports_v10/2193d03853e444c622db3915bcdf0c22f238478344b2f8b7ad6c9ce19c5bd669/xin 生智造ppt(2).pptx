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9"/>
  </p:notesMasterIdLst>
  <p:sldIdLst>
    <p:sldId id="256" r:id="rId3"/>
    <p:sldId id="263" r:id="rId4"/>
    <p:sldId id="264" r:id="rId5"/>
    <p:sldId id="265" r:id="rId6"/>
    <p:sldId id="267" r:id="rId7"/>
    <p:sldId id="26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E2246-BFD3-5E48-A54B-2C2A0887E124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5F68C-8ED2-3047-8324-C2C066117B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9947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A4EA6A4-2480-13BB-6BDF-37426F75B7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0"/>
            <a:ext cx="12191999" cy="684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30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APIS研究院介绍_00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A35B241-2946-D849-64FB-D620F3DC44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940904" y="277467"/>
            <a:ext cx="7772400" cy="30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28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APIS研究院介绍_00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9512" y="0"/>
            <a:ext cx="12268338" cy="685863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62FC9CA-886A-02A6-B308-3F573CBBB6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14131" y="267528"/>
            <a:ext cx="7772400" cy="30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6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APIS研究院介绍_00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75" y="0"/>
            <a:ext cx="12188825" cy="68586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ECBF839-1D8F-4832-9953-802A42197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940904" y="277467"/>
            <a:ext cx="7772400" cy="30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APIS研究院介绍_14 拷贝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3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414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108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2" r:id="rId3"/>
    <p:sldLayoutId id="2147483664" r:id="rId4"/>
    <p:sldLayoutId id="2147483665" r:id="rId5"/>
    <p:sldLayoutId id="214748365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2026/8/17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616084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333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B8DCC5C-5303-9235-D0ED-CE5F364F8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23" y="2316005"/>
            <a:ext cx="2228193" cy="214388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E5A59BA-CF36-DAB2-B603-880752B11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062" y="2357058"/>
            <a:ext cx="2612011" cy="214388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E205646D-4BEC-0E85-7E8B-995DB850F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255" y="3820563"/>
            <a:ext cx="3363310" cy="28405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333CB1-8431-4916-B9FA-D50AF1026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610" y="3475640"/>
            <a:ext cx="2435299" cy="338236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025ACAD-D927-F87E-E4DD-606F53C8F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909" y="4866291"/>
            <a:ext cx="3240738" cy="111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96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CD51857-39D4-0F59-85BD-7A37741AC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817" y="277467"/>
            <a:ext cx="3571461" cy="122711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EF292E3-65EC-9B88-056C-8ADFE53A2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90" y="3605048"/>
            <a:ext cx="3532301" cy="297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1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E50EE6-F32F-DFD3-545F-55AC60835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623" y="2816772"/>
            <a:ext cx="3656377" cy="191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899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70E58A-4549-54CA-C181-C2C030477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943" y="2225871"/>
            <a:ext cx="7003290" cy="240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37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Macintosh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Arial</vt:lpstr>
      <vt:lpstr>Calibri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</cp:revision>
  <dcterms:created xsi:type="dcterms:W3CDTF">2026-08-17T13:23:35Z</dcterms:created>
  <dcterms:modified xsi:type="dcterms:W3CDTF">2026-08-17T13:51:06Z</dcterms:modified>
</cp:coreProperties>
</file>