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高通量毛细管电泳仪及配套试剂盒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>
                <a:latin typeface="Microsoft YaHei"/>
              </a:rPr>
              <a:t>上海理工大学科研成果转化资料；联系人李振庆；0826版</a:t>
            </a:r>
          </a:p>
          <a:p/>
          <a:p>
            <a:r>
              <a:rPr sz="2500">
                <a:latin typeface="Microsoft YaHei"/>
              </a:rPr>
              <a:t>实验重建附件，非原PPT。依据同源描述制作，不认证原始技术/市场数据。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技术背景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>
                <a:latin typeface="Microsoft YaHei"/>
              </a:rPr>
              <a:t>毛细管电泳原理：样品在电场中按迁移差异分离；原测量曲线未导出</a:t>
            </a:r>
          </a:p>
          <a:p/>
          <a:p>
            <a:r>
              <a:rPr sz="2500">
                <a:latin typeface="Microsoft YaHei"/>
              </a:rPr>
              <a:t>实验重建附件，非原PPT。依据同源描述制作，不认证原始技术/市场数据。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市场空间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>
                <a:latin typeface="Microsoft YaHei"/>
              </a:rPr>
              <a:t>生命科学仪器应用领域与潜在客户；原市场规模数字待核</a:t>
            </a:r>
          </a:p>
          <a:p/>
          <a:p>
            <a:r>
              <a:rPr sz="2500">
                <a:latin typeface="Microsoft YaHei"/>
              </a:rPr>
              <a:t>实验重建附件，非原PPT。依据同源描述制作，不认证原始技术/市场数据。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市场格局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>
                <a:latin typeface="Microsoft YaHei"/>
              </a:rPr>
              <a:t>国际品牌与国产高通量平台；具体份额未导出</a:t>
            </a:r>
          </a:p>
          <a:p/>
          <a:p>
            <a:r>
              <a:rPr sz="2500">
                <a:latin typeface="Microsoft YaHei"/>
              </a:rPr>
              <a:t>实验重建附件，非原PPT。依据同源描述制作，不认证原始技术/市场数据。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国产化趋势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>
                <a:latin typeface="Microsoft YaHei"/>
              </a:rPr>
              <a:t>仪器与试剂配套的国产化需求</a:t>
            </a:r>
          </a:p>
          <a:p/>
          <a:p>
            <a:r>
              <a:rPr sz="2500">
                <a:latin typeface="Microsoft YaHei"/>
              </a:rPr>
              <a:t>实验重建附件，非原PPT。依据同源描述制作，不认证原始技术/市场数据。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产品落地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>
                <a:latin typeface="Microsoft YaHei"/>
              </a:rPr>
              <a:t>12通道设计；并行样品分析；设计指标不认证实际性能</a:t>
            </a:r>
          </a:p>
          <a:p/>
          <a:p>
            <a:r>
              <a:rPr sz="2500">
                <a:latin typeface="Microsoft YaHei"/>
              </a:rPr>
              <a:t>实验重建附件，非原PPT。依据同源描述制作，不认证原始技术/市场数据。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仪器结构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>
                <a:latin typeface="Microsoft YaHei"/>
              </a:rPr>
              <a:t>12通道模块、检测模块、控制与记录界面；实验模块示意</a:t>
            </a:r>
          </a:p>
          <a:p/>
          <a:p>
            <a:r>
              <a:rPr sz="2500">
                <a:latin typeface="Microsoft YaHei"/>
              </a:rPr>
              <a:t>实验重建附件，非原PPT。依据同源描述制作，不认证原始技术/市场数据。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配套试剂盒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>
                <a:latin typeface="Microsoft YaHei"/>
              </a:rPr>
              <a:t>样品处理、分离与检测配套；真实配方与实测结果未导出</a:t>
            </a:r>
          </a:p>
          <a:p/>
          <a:p>
            <a:r>
              <a:rPr sz="2500">
                <a:latin typeface="Microsoft YaHei"/>
              </a:rPr>
              <a:t>实验重建附件，非原PPT。依据同源描述制作，不认证原始技术/市场数据。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成果应用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>
                <a:latin typeface="Microsoft YaHei"/>
              </a:rPr>
              <a:t>仪器导入、试剂复购、服务增值是潜在成果转化路径</a:t>
            </a:r>
          </a:p>
          <a:p/>
          <a:p>
            <a:r>
              <a:rPr sz="2500">
                <a:latin typeface="Microsoft YaHei"/>
              </a:rPr>
              <a:t>实验重建附件，非原PPT。依据同源描述制作，不认证原始技术/市场数据。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成熟度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>
                <a:latin typeface="Microsoft YaHei"/>
              </a:rPr>
              <a:t>技术原型、联调验证、产品定型，实际完成状态待查</a:t>
            </a:r>
          </a:p>
          <a:p/>
          <a:p>
            <a:r>
              <a:rPr sz="2500">
                <a:latin typeface="Microsoft YaHei"/>
              </a:rPr>
              <a:t>实验重建附件，非原PPT。依据同源描述制作，不认证原始技术/市场数据。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三年发展目标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>
                <a:latin typeface="Microsoft YaHei"/>
              </a:rPr>
              <a:t>从产品定型到规模拓展；每年具体指标未导出</a:t>
            </a:r>
          </a:p>
          <a:p/>
          <a:p>
            <a:r>
              <a:rPr sz="2500">
                <a:latin typeface="Microsoft YaHei"/>
              </a:rPr>
              <a:t>实验重建附件，非原PPT。依据同源描述制作，不认证原始技术/市场数据。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团队与资源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>
                <a:latin typeface="Microsoft YaHei"/>
              </a:rPr>
              <a:t>上理工科研成果团队；单位不是已成立企业的替代身份</a:t>
            </a:r>
          </a:p>
          <a:p/>
          <a:p>
            <a:r>
              <a:rPr sz="2500">
                <a:latin typeface="Microsoft YaHei"/>
              </a:rPr>
              <a:t>实验重建附件，非原PPT。依据同源描述制作，不认证原始技术/市场数据。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>
                <a:latin typeface="Microsoft YaHei"/>
              </a:rPr>
              <a:t>项目为科研成果转化，非公司尽调；客观事实与计划分开</a:t>
            </a:r>
          </a:p>
          <a:p/>
          <a:p>
            <a:r>
              <a:rPr sz="2500">
                <a:latin typeface="Microsoft YaHei"/>
              </a:rPr>
              <a:t>实验重建附件，非原PPT。依据同源描述制作，不认证原始技术/市场数据。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