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得瑞新能介绍与落地资料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新能源项目待核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本文件是按原名称与当时用户需求制作的实验输入。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可供全文提取、页面修改、结构重排和Office转换。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原真实数据、图片、条款与历史版式另列未知。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身份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用户与文件名明确得瑞新能。原产品、行业子类、技术路线、工厂和财务均未导出。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实验分析对象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以新能源装备开发项目作为明确标注的沙箱假设；不擅自断言公司制造电池、燃料电池或催化剂。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实验材料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供比较的占位路径为设备方案甲、设备方案乙；字段为功率、寿命、成本与试制状态，真实路线保留待提供。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实验财务输入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收入300、成本180、期间费用100万元，经营结果20万元；实际盈利预测需原业务数据，本稿不冒充。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实验数据附页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实验年度材料（非原企业经营事实）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收入 300万元；直接成本 180万元；期间费用 100万元。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经营结果 = 300 − 180 − 100 = 20万元。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示例验证预算 100万元 = 试制40 + 检测30 + 样品20 + 记录10。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资料输入 → 处理记录 → 检查与交接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几何示意仅用于演示页面操作，原产品照片及原UI像素未恢复。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资料输入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处理记录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结果交接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