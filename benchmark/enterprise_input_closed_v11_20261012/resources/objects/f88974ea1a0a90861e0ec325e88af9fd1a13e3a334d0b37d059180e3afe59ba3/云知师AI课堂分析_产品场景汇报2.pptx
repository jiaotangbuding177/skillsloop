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云知师AI课堂分析产品场景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教学分析工具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本文件是按原名称与当时用户需求制作的实验输入。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可供全文提取、页面修改、结构重排和Office转换。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原真实数据、图片、条款与历史版式另列未知。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身份来源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原用户给出云知师AI课堂分析PPT和三张产品图；真实像素与PPT正文的未恢复部分单列未知。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演示工作流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课段记录、课堂事件标注、反馈整理、备课笔记链接和结果导出。这里只设置实验功能页。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实验课堂数据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两节虚构课各有四个观察片段，字段为课段、观察记录、反馈标签；没有行政部门金额表。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现有产品介绍草案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本输入包含可编辑场景文本和示意模块，宣传文档及最终推广说法应由本次运行生成。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实验数据附页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实验年度材料（非原企业经营事实）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收入 300万元；直接成本 180万元；期间费用 100万元。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经营结果 = 300 − 180 − 100 = 20万元。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示例验证预算 100万元 = 试制40 + 检测30 + 样品20 + 记录10。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B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3000" b="1">
                <a:solidFill>
                  <a:srgbClr val="E7EFF5"/>
                </a:solidFill>
                <a:latin typeface="Microsoft YaHei"/>
              </a:defRPr>
            </a:pPr>
            <a:r>
              <a:t>实验模块示意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61320" cy="43891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资料输入 → 处理记录 → 检查与交接</a:t>
            </a: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</a:p>
          <a:p>
            <a:pPr>
              <a:spcAft>
                <a:spcPts val="1300"/>
              </a:spcAft>
              <a:defRPr sz="2100" b="0">
                <a:solidFill>
                  <a:srgbClr val="E7EFF5"/>
                </a:solidFill>
                <a:latin typeface="Microsoft YaHei"/>
              </a:defRPr>
            </a:pPr>
            <a:r>
              <a:t>几何示意仅用于演示页面操作，原产品照片及原UI像素未恢复。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309360"/>
            <a:ext cx="914400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90B5CC"/>
                </a:solidFill>
                <a:latin typeface="Microsoft YaHei"/>
              </a:defRPr>
            </a:pPr>
            <a:r>
              <a:t>实验替代输入｜原文件具体事实未认证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309360"/>
            <a:ext cx="36576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300"/>
              </a:spcAft>
              <a:defRPr sz="1100" b="0">
                <a:solidFill>
                  <a:srgbClr val="E7EFF5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资料输入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处理记录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321040" y="4297680"/>
            <a:ext cx="3017520" cy="868680"/>
          </a:xfrm>
          <a:prstGeom prst="rect">
            <a:avLst/>
          </a:prstGeom>
          <a:solidFill>
            <a:srgbClr val="326480"/>
          </a:solidFill>
          <a:ln>
            <a:solidFill>
              <a:srgbClr val="65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结果交接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