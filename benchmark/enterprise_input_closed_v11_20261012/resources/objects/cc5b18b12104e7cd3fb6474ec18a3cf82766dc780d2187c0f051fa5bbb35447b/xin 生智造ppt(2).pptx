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f4bd7c7f34a4e" /><Relationship Type="http://schemas.openxmlformats.org/officeDocument/2006/relationships/extended-properties" Target="/docProps/app.xml" Id="Ra25237779c5246ec" /><Relationship Type="http://schemas.openxmlformats.org/officeDocument/2006/relationships/officeDocument" Target="/ppt/presentation.xml" Id="R6d791eabbe884c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c6af126e164505"/>
  </p:sldMasterIdLst>
  <p:notesMasterIdLst>
    <p:notesMasterId xmlns:r="http://schemas.openxmlformats.org/officeDocument/2006/relationships" r:id="R462fbb156fc8458e"/>
  </p:notesMasterIdLst>
  <p:sldIdLst>
    <p:sldId xmlns:r="http://schemas.openxmlformats.org/officeDocument/2006/relationships" id="256" r:id="R5c7a6c9ba7ce41c3"/>
    <p:sldId xmlns:r="http://schemas.openxmlformats.org/officeDocument/2006/relationships" id="257" r:id="Rd6c5b0dff9404907"/>
    <p:sldId xmlns:r="http://schemas.openxmlformats.org/officeDocument/2006/relationships" id="258" r:id="R88f34d359d234c6e"/>
    <p:sldId xmlns:r="http://schemas.openxmlformats.org/officeDocument/2006/relationships" id="259" r:id="R2a413e096f9045a4"/>
    <p:sldId xmlns:r="http://schemas.openxmlformats.org/officeDocument/2006/relationships" id="260" r:id="R71870a8b40a141f1"/>
    <p:sldId xmlns:r="http://schemas.openxmlformats.org/officeDocument/2006/relationships" id="261" r:id="R750ae890138547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09c1d93a440bd" /><Relationship Type="http://schemas.openxmlformats.org/officeDocument/2006/relationships/slideMaster" Target="/ppt/slideMasters/slideMaster1.xml" Id="Ra9c6af126e164505" /><Relationship Type="http://schemas.openxmlformats.org/officeDocument/2006/relationships/notesMaster" Target="/ppt/notesMasters/notesMaster1.xml" Id="R462fbb156fc8458e" /><Relationship Type="http://schemas.openxmlformats.org/officeDocument/2006/relationships/presProps" Target="/ppt/presProps.xml" Id="R205a20aec3504cab" /><Relationship Type="http://schemas.openxmlformats.org/officeDocument/2006/relationships/tableStyles" Target="/ppt/tableStyles.xml" Id="Rfae9e68ec6834d90" /><Relationship Type="http://schemas.openxmlformats.org/officeDocument/2006/relationships/slide" Target="/ppt/slides/slide1.xml" Id="R5c7a6c9ba7ce41c3" /><Relationship Type="http://schemas.openxmlformats.org/officeDocument/2006/relationships/slide" Target="/ppt/slides/slide2.xml" Id="Rd6c5b0dff9404907" /><Relationship Type="http://schemas.openxmlformats.org/officeDocument/2006/relationships/slide" Target="/ppt/slides/slide3.xml" Id="R88f34d359d234c6e" /><Relationship Type="http://schemas.openxmlformats.org/officeDocument/2006/relationships/slide" Target="/ppt/slides/slide4.xml" Id="R2a413e096f9045a4" /><Relationship Type="http://schemas.openxmlformats.org/officeDocument/2006/relationships/slide" Target="/ppt/slides/slide5.xml" Id="R71870a8b40a141f1" /><Relationship Type="http://schemas.openxmlformats.org/officeDocument/2006/relationships/slide" Target="/ppt/slides/slide6.xml" Id="R750ae890138547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007dc58a74b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b4975dd1f48b3" /><Relationship Type="http://schemas.openxmlformats.org/officeDocument/2006/relationships/notesMaster" Target="/ppt/notesMasters/notesMaster1.xml" Id="R32eed603ce60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b242d5a264578" /><Relationship Type="http://schemas.openxmlformats.org/officeDocument/2006/relationships/notesMaster" Target="/ppt/notesMasters/notesMaster1.xml" Id="Rdc8575575711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d1f1ee73fe41a6" /><Relationship Type="http://schemas.openxmlformats.org/officeDocument/2006/relationships/notesMaster" Target="/ppt/notesMasters/notesMaster1.xml" Id="R0c63773ea081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2ba051f9d41f3" /><Relationship Type="http://schemas.openxmlformats.org/officeDocument/2006/relationships/notesMaster" Target="/ppt/notesMasters/notesMaster1.xml" Id="R21c11fc2177b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bee7dedbf4182" /><Relationship Type="http://schemas.openxmlformats.org/officeDocument/2006/relationships/notesMaster" Target="/ppt/notesMasters/notesMaster1.xml" Id="R86f3c708ef9841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b7c225d17454d" /><Relationship Type="http://schemas.openxmlformats.org/officeDocument/2006/relationships/notesMaster" Target="/ppt/notesMasters/notesMaster1.xml" Id="R79c5d5a50dd6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来源：本source原用户需求与具名文件用途。明确合成资料；不使用历史AI回答作为目标答案。未知项：原模板颜色/具体页数没有原字节；这是可编辑实验授课模板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195f794d4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4f3fab89b94a6f" /><Relationship Type="http://schemas.openxmlformats.org/officeDocument/2006/relationships/slideLayout" Target="/ppt/slideLayouts/slideLayout1.xml" Id="R78773fc1b77b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73fc1b77b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ce1a4adb14e95" /><Relationship Type="http://schemas.openxmlformats.org/officeDocument/2006/relationships/notesSlide" Target="/ppt/notesSlides/notesSlide1.xml" Id="R89c5c41acb5d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5d7fe71724f4b" /><Relationship Type="http://schemas.openxmlformats.org/officeDocument/2006/relationships/notesSlide" Target="/ppt/notesSlides/notesSlide2.xml" Id="R7a2013ac2bce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e9f508ae14bcb" /><Relationship Type="http://schemas.openxmlformats.org/officeDocument/2006/relationships/notesSlide" Target="/ppt/notesSlides/notesSlide3.xml" Id="Rdc7ecb77ac21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8870445124be5" /><Relationship Type="http://schemas.openxmlformats.org/officeDocument/2006/relationships/notesSlide" Target="/ppt/notesSlides/notesSlide4.xml" Id="R1da13a56f34148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c178d7a434dd0" /><Relationship Type="http://schemas.openxmlformats.org/officeDocument/2006/relationships/notesSlide" Target="/ppt/notesSlides/notesSlide5.xml" Id="R00290b769769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0397000724262" /><Relationship Type="http://schemas.openxmlformats.org/officeDocument/2006/relationships/notesSlide" Target="/ppt/notesSlides/notesSlide6.xml" Id="R3ff8e5fd50ee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3427C-6070-4933-9F4E-B4F41D8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95A92-4C5D-4E0C-B3D5-4216AE0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新生智造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332DB-900A-4E26-B398-302935FA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课程主题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28CAE-E5AE-45FC-9E47-59B8DD3B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从生活需求出发，设计可以演示的小作品。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36AC6-528A-4588-9B22-A63B4E6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3884A-8792-46DC-B413-2AD114B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3269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734D0-FE1F-447B-8993-8B6A5D85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E9232-BE1E-495A-9813-C63A75E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2F6E7-07CD-4079-B96C-2D58002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理解真实问题与解决方案的关系。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15754-C1BB-4DFF-829F-3CD06ED8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用简单结构表达目标、材料、步骤和评价标准。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AE8E-4B4F-4294-8796-B859A9C6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C3AEE-EBF5-4BBE-A225-4401EF9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6399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6B542-3CB7-4210-B6A3-C6051F4C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E78D3-96CC-486A-BF91-BF280EB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92CC-F1E9-4FE2-851F-6E697FB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案例名称与生活场景。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BEBDF-217E-4A94-9057-23129A4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方案说明、制作材料与用户使用步骤。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8D9F1-BE2A-45AE-AC83-71EB6BB4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A3707-35CD-44AC-806D-E017A78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622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59F99-2E45-4430-B041-88349A4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6337A-28A9-4F24-9350-A8C2257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创作任务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C3980-DCA5-4188-A61F-535862CC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观察一个日常问题并记录使用者需求。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45DE-9CE9-4F3E-9227-F8F4B0C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通过草图、模型或程序实现一个可演示的方案。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4541D-4AF0-49FF-ABC2-0817DDCC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8462-AB24-4834-9AE2-3E8EBDA4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8487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00D07-2FB3-4EEC-AFB3-029C1C14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BACE6-71CF-4BA6-9F76-9EC0A212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展示与评选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18B48-9775-42CF-8B6E-78DC50E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展示作品功能、关键过程与改进记录。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6D17E-DD4E-4151-B575-54908D3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评价关注需求理解、技术应用、表达和迭代。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960F-BC76-40CA-98EC-FC30E1DC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7EC7-84A7-4E9E-886B-A6E0288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0629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53021-791E-49CA-9129-72A5DC59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A9D8B-2F0B-4288-BD03-8B423338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总结页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98A0-5FFB-4C34-8515-75FBD37C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回顾学到的方法。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FA1E9-34FA-4CF1-9D2D-451CC10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说明下次需要改进的具体步骤。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D6EE9-BAE4-4B7F-A4E1-D92AD637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06A4D-E6BC-437D-9B9B-F3AABB2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45068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2026-10-08T11:08:23.7830000Z</dcterms:created>
  <dcterms:modified xsi:type="dcterms:W3CDTF">2026-10-08T11:08:23.7830000Z</dcterms:modified>
</coreProperties>
</file>