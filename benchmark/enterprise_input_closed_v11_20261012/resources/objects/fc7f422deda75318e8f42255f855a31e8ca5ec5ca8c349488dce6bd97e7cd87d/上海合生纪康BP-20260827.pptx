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上海合生纪康商业计划书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合成生物学产业项目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身份与范围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原用户确认这是公司的BP，并提出合成生物学融资问题。原产品和财务正文未取得。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实验业务结构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用于阅读测试的业务结构为研发服务、工艺样品与联合转化三条实验业务线；不冒称公司真实收费或客户。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财务实验假设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示例年度收入300万元，成本180万元、期间费用100万元，经营结果20万元；全为实验数值。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融资资料起点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实验融资需求1000万元用于研发40%、生产30%、市场20%、营运10%；不是真实募资要求或投资人条件。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