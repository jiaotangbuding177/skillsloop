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SpeedBot手动调整后上传版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机器人项目新上传版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版本边界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用户前轮明确手动调整并再次上传，本文件是该上传时点的实验替代，初始BP不受倒灌。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资料集合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本实验上传版包含平台业务、研发记录、工程模块及人形补件摘要；真实手改内容和版式未知。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模块摘要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移动与视觉记录为基础平台，人形扩展仅作为新增实验模块；没有认证原合并结果或客户。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实验财务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仍采用同源年度300/180/100万元的阅读样例，经营结果20万元；修改布局与下一次优化由本次运行执行。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