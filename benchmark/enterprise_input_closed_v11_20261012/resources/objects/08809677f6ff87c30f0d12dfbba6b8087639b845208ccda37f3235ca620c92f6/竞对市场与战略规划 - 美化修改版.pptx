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6d57375979493b" /><Relationship Type="http://schemas.openxmlformats.org/officeDocument/2006/relationships/extended-properties" Target="/docProps/app.xml" Id="R09a2c4d5e5a24daa" /><Relationship Type="http://schemas.openxmlformats.org/officeDocument/2006/relationships/officeDocument" Target="/ppt/presentation.xml" Id="R843f60e33019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ee29544d24819"/>
  </p:sldMasterIdLst>
  <p:notesMasterIdLst>
    <p:notesMasterId xmlns:r="http://schemas.openxmlformats.org/officeDocument/2006/relationships" r:id="R2150d3f96e624c50"/>
  </p:notesMasterIdLst>
  <p:sldIdLst>
    <p:sldId xmlns:r="http://schemas.openxmlformats.org/officeDocument/2006/relationships" id="256" r:id="R718f4b61b1094652"/>
    <p:sldId xmlns:r="http://schemas.openxmlformats.org/officeDocument/2006/relationships" id="257" r:id="R3ee142a2e32a46b2"/>
    <p:sldId xmlns:r="http://schemas.openxmlformats.org/officeDocument/2006/relationships" id="258" r:id="Rcc25cf1190334564"/>
    <p:sldId xmlns:r="http://schemas.openxmlformats.org/officeDocument/2006/relationships" id="259" r:id="Rbe6882007ed943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c32b28bb994472" /><Relationship Type="http://schemas.openxmlformats.org/officeDocument/2006/relationships/slideMaster" Target="/ppt/slideMasters/slideMaster1.xml" Id="R3d5ee29544d24819" /><Relationship Type="http://schemas.openxmlformats.org/officeDocument/2006/relationships/notesMaster" Target="/ppt/notesMasters/notesMaster1.xml" Id="R2150d3f96e624c50" /><Relationship Type="http://schemas.openxmlformats.org/officeDocument/2006/relationships/presProps" Target="/ppt/presProps.xml" Id="R75712b3583f94c00" /><Relationship Type="http://schemas.openxmlformats.org/officeDocument/2006/relationships/tableStyles" Target="/ppt/tableStyles.xml" Id="R1bc5a825a4234dc0" /><Relationship Type="http://schemas.openxmlformats.org/officeDocument/2006/relationships/slide" Target="/ppt/slides/slide1.xml" Id="R718f4b61b1094652" /><Relationship Type="http://schemas.openxmlformats.org/officeDocument/2006/relationships/slide" Target="/ppt/slides/slide2.xml" Id="R3ee142a2e32a46b2" /><Relationship Type="http://schemas.openxmlformats.org/officeDocument/2006/relationships/slide" Target="/ppt/slides/slide3.xml" Id="Rcc25cf1190334564" /><Relationship Type="http://schemas.openxmlformats.org/officeDocument/2006/relationships/slide" Target="/ppt/slides/slide4.xml" Id="Rbe6882007ed943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966eaa0dc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8351f679f4b1c" /><Relationship Type="http://schemas.openxmlformats.org/officeDocument/2006/relationships/notesMaster" Target="/ppt/notesMasters/notesMaster1.xml" Id="R400b699d08b6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4f7a1e029740fb" /><Relationship Type="http://schemas.openxmlformats.org/officeDocument/2006/relationships/notesMaster" Target="/ppt/notesMasters/notesMaster1.xml" Id="R5ac41f54d66a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e590186c84183" /><Relationship Type="http://schemas.openxmlformats.org/officeDocument/2006/relationships/notesMaster" Target="/ppt/notesMasters/notesMaster1.xml" Id="R28f78d206de5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ef19561d184eff" /><Relationship Type="http://schemas.openxmlformats.org/officeDocument/2006/relationships/notesMaster" Target="/ppt/notesMasters/notesMaster1.xml" Id="R99765ca08649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74dfdc552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bcb29aa0f43e0" /><Relationship Type="http://schemas.openxmlformats.org/officeDocument/2006/relationships/slideLayout" Target="/ppt/slideLayouts/slideLayout1.xml" Id="Rb23a59d19a51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a59d19a51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6b037e0324bb1" /><Relationship Type="http://schemas.openxmlformats.org/officeDocument/2006/relationships/notesSlide" Target="/ppt/notesSlides/notesSlide1.xml" Id="R5485c37cb276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1c092f8784ed9" /><Relationship Type="http://schemas.openxmlformats.org/officeDocument/2006/relationships/notesSlide" Target="/ppt/notesSlides/notesSlide2.xml" Id="R8c0fe0ec77ec43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4a740345a48bc" /><Relationship Type="http://schemas.openxmlformats.org/officeDocument/2006/relationships/notesSlide" Target="/ppt/notesSlides/notesSlide3.xml" Id="Rf8cb19b5a56c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d3e45fed840f3" /><Relationship Type="http://schemas.openxmlformats.org/officeDocument/2006/relationships/notesSlide" Target="/ppt/notesSlides/notesSlide4.xml" Id="Rb1a41f4dc10c49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2ABFF-4823-42C6-A3C6-38A69CED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C84FB-1F70-4425-903F-5357975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22D99-613E-44E8-8E5F-29CF977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3657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A75F3-1F39-414A-943F-76EBCF71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C198B-6DEA-41F4-B77A-1D186345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D49F3-BD5A-4E1D-8648-80862A22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9635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A6CFD-45FB-4714-9FC1-49D5ECB7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767D0-65FE-4552-9946-9CC26CD7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目标为实验假设，并非索塔科技公开披露数据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9D64E-816A-4565-9329-025F6357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F4CB8-21B0-4AED-86C7-63D8D8DE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3151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B8CD4-1CD5-468F-AF71-A524F36C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集团经营情况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257425"/>
          <a:ext xmlns:a="http://schemas.openxmlformats.org/drawingml/2006/main" cx="108585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9172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5CEA0-7440-41CD-8600-B664D290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初创客户不足，研发二代机和一代机优化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F45BE-FF73-4812-AA1F-FBE3E0AD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金额为实验设置。当前待修改区域为上方表格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1AB5A-7234-40B8-AA01-9E9B7C3F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ACBD1-3214-4C3B-B852-42430B57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2945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2026-10-08T13:42:14.7820000Z</dcterms:created>
  <dcterms:modified xsi:type="dcterms:W3CDTF">2026-10-08T13:42:14.7820000Z</dcterms:modified>
</coreProperties>
</file>