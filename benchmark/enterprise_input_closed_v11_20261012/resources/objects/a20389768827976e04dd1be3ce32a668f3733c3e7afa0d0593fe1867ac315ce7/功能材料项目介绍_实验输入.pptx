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d7b14cf9734112" /><Relationship Type="http://schemas.openxmlformats.org/officeDocument/2006/relationships/extended-properties" Target="/docProps/app.xml" Id="R266445e016f54490" /><Relationship Type="http://schemas.openxmlformats.org/officeDocument/2006/relationships/officeDocument" Target="/ppt/presentation.xml" Id="R0f73aadef46441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9bfbd89f8a4f37"/>
  </p:sldMasterIdLst>
  <p:notesMasterIdLst>
    <p:notesMasterId xmlns:r="http://schemas.openxmlformats.org/officeDocument/2006/relationships" r:id="Rb8365675549e43bd"/>
  </p:notesMasterIdLst>
  <p:sldIdLst>
    <p:sldId xmlns:r="http://schemas.openxmlformats.org/officeDocument/2006/relationships" id="256" r:id="R57345fe7975143bf"/>
    <p:sldId xmlns:r="http://schemas.openxmlformats.org/officeDocument/2006/relationships" id="257" r:id="Rc4bb506a6d5546d6"/>
    <p:sldId xmlns:r="http://schemas.openxmlformats.org/officeDocument/2006/relationships" id="258" r:id="Rb1a0462f43b246d6"/>
    <p:sldId xmlns:r="http://schemas.openxmlformats.org/officeDocument/2006/relationships" id="259" r:id="R948a1c7c99394bde"/>
    <p:sldId xmlns:r="http://schemas.openxmlformats.org/officeDocument/2006/relationships" id="260" r:id="Rbd3c12ff629e4fde"/>
    <p:sldId xmlns:r="http://schemas.openxmlformats.org/officeDocument/2006/relationships" id="261" r:id="R2e9fecb3b8e04f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ef06f471444a09" /><Relationship Type="http://schemas.openxmlformats.org/officeDocument/2006/relationships/slideMaster" Target="/ppt/slideMasters/slideMaster1.xml" Id="R9d9bfbd89f8a4f37" /><Relationship Type="http://schemas.openxmlformats.org/officeDocument/2006/relationships/notesMaster" Target="/ppt/notesMasters/notesMaster1.xml" Id="Rb8365675549e43bd" /><Relationship Type="http://schemas.openxmlformats.org/officeDocument/2006/relationships/presProps" Target="/ppt/presProps.xml" Id="R3bac8b6d43414137" /><Relationship Type="http://schemas.openxmlformats.org/officeDocument/2006/relationships/tableStyles" Target="/ppt/tableStyles.xml" Id="Ra67f935423c94d78" /><Relationship Type="http://schemas.openxmlformats.org/officeDocument/2006/relationships/slide" Target="/ppt/slides/slide1.xml" Id="R57345fe7975143bf" /><Relationship Type="http://schemas.openxmlformats.org/officeDocument/2006/relationships/slide" Target="/ppt/slides/slide2.xml" Id="Rc4bb506a6d5546d6" /><Relationship Type="http://schemas.openxmlformats.org/officeDocument/2006/relationships/slide" Target="/ppt/slides/slide3.xml" Id="Rb1a0462f43b246d6" /><Relationship Type="http://schemas.openxmlformats.org/officeDocument/2006/relationships/slide" Target="/ppt/slides/slide4.xml" Id="R948a1c7c99394bde" /><Relationship Type="http://schemas.openxmlformats.org/officeDocument/2006/relationships/slide" Target="/ppt/slides/slide5.xml" Id="Rbd3c12ff629e4fde" /><Relationship Type="http://schemas.openxmlformats.org/officeDocument/2006/relationships/slide" Target="/ppt/slides/slide6.xml" Id="R2e9fecb3b8e04f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f2ffe1d43942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7fe364d0bf4f34" /><Relationship Type="http://schemas.openxmlformats.org/officeDocument/2006/relationships/notesMaster" Target="/ppt/notesMasters/notesMaster1.xml" Id="Rbc45b038f35d4b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f6afc8ccfa48a6" /><Relationship Type="http://schemas.openxmlformats.org/officeDocument/2006/relationships/notesMaster" Target="/ppt/notesMasters/notesMaster1.xml" Id="R6f1564a43b394c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140d10c38a4263" /><Relationship Type="http://schemas.openxmlformats.org/officeDocument/2006/relationships/notesMaster" Target="/ppt/notesMasters/notesMaster1.xml" Id="Reeb6d26861484b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cb5d5775464841" /><Relationship Type="http://schemas.openxmlformats.org/officeDocument/2006/relationships/notesMaster" Target="/ppt/notesMasters/notesMaster1.xml" Id="Rd28eac07393c48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c7a4e3a27b4334" /><Relationship Type="http://schemas.openxmlformats.org/officeDocument/2006/relationships/notesMaster" Target="/ppt/notesMasters/notesMaster1.xml" Id="R2e2c9b73e59c4f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b8676414ff4d72" /><Relationship Type="http://schemas.openxmlformats.org/officeDocument/2006/relationships/notesMaster" Target="/ppt/notesMasters/notesMaster1.xml" Id="R0cb606b8cd1e4a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source原用户需求与具名文件用途。明确合成资料；不使用历史AI回答作为目标答案。未知项：原user只有简化PPT请求，原项目名称/人物/注册证/真实产品照片均未知；本合成材料仅覆盖任务所需简介/技术优势/示意，不复制历史AI答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source原用户需求与具名文件用途。明确合成资料；不使用历史AI回答作为目标答案。未知项：原user只有简化PPT请求，原项目名称/人物/注册证/真实产品照片均未知；本合成材料仅覆盖任务所需简介/技术优势/示意，不复制历史AI答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source原用户需求与具名文件用途。明确合成资料；不使用历史AI回答作为目标答案。未知项：原user只有简化PPT请求，原项目名称/人物/注册证/真实产品照片均未知；本合成材料仅覆盖任务所需简介/技术优势/示意，不复制历史AI答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source原用户需求与具名文件用途。明确合成资料；不使用历史AI回答作为目标答案。未知项：原user只有简化PPT请求，原项目名称/人物/注册证/真实产品照片均未知；本合成材料仅覆盖任务所需简介/技术优势/示意，不复制历史AI答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source原用户需求与具名文件用途。明确合成资料；不使用历史AI回答作为目标答案。未知项：原user只有简化PPT请求，原项目名称/人物/注册证/真实产品照片均未知；本合成材料仅覆盖任务所需简介/技术优势/示意，不复制历史AI答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source原用户需求与具名文件用途。明确合成资料；不使用历史AI回答作为目标答案。未知项：原user只有简化PPT请求，原项目名称/人物/注册证/真实产品照片均未知；本合成材料仅覆盖任务所需简介/技术优势/示意，不复制历史AI答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283b92acf340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9192634aab4478" /><Relationship Type="http://schemas.openxmlformats.org/officeDocument/2006/relationships/slideLayout" Target="/ppt/slideLayouts/slideLayout1.xml" Id="Rd3c3aff1befb44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c3aff1befb44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084125c38478f" /><Relationship Type="http://schemas.openxmlformats.org/officeDocument/2006/relationships/notesSlide" Target="/ppt/notesSlides/notesSlide1.xml" Id="R8178bb82da644d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5957421ad40c8" /><Relationship Type="http://schemas.openxmlformats.org/officeDocument/2006/relationships/notesSlide" Target="/ppt/notesSlides/notesSlide2.xml" Id="Rc4dec2d13cc548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71b9cffe44343" /><Relationship Type="http://schemas.openxmlformats.org/officeDocument/2006/relationships/notesSlide" Target="/ppt/notesSlides/notesSlide3.xml" Id="Rc86385e21e5141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dd591d5584b0f" /><Relationship Type="http://schemas.openxmlformats.org/officeDocument/2006/relationships/image" Target="/ppt/media/image.png" Id="Re08ffef6caf74093" /><Relationship Type="http://schemas.openxmlformats.org/officeDocument/2006/relationships/notesSlide" Target="/ppt/notesSlides/notesSlide4.xml" Id="R802b684cb96f48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44d2467bf4354" /><Relationship Type="http://schemas.openxmlformats.org/officeDocument/2006/relationships/notesSlide" Target="/ppt/notesSlides/notesSlide5.xml" Id="R73402a99b95342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acfcb0a764677" /><Relationship Type="http://schemas.openxmlformats.org/officeDocument/2006/relationships/notesSlide" Target="/ppt/notesSlides/notesSlide6.xml" Id="R0fd82f3d06f54a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3A0D42-2225-4F0A-A742-CA5A51B2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F3C3B6-C44A-4F8E-BC55-4CB2A079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项目简介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26C2B-BAEE-48DD-8D11-C1C771EF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本实验项目研究生物基高分子材料的功能化应用。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CF56E-A014-41E1-8AD7-72F41B99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候选应用包括医用敷料、凝胶产品与功能纤维。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7025C-C48F-4738-B4D5-83D5CD79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实验合成输入；原企业PPT字节与版式未恢复。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DA459-06AB-4A35-AEFD-AE055231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22400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33783-BCB4-4064-A6D9-7AB4203A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A7441-EFA6-4FE2-8054-DB02D03A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技术方案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AD85B-083F-4BA0-AA5D-D1745745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通过材料改性和结构设计改变润湿性与成型性能。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89C726-9D1A-492F-A867-06D27C82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按应用要求选择材料体系并进行样品验证。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4E259-05C0-4E5A-A339-BE63250D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实验合成输入；原企业PPT字节与版式未恢复。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CCEFCE-64FB-4709-A3B4-1312AE86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531077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88ACA-7C72-4DD5-B0B2-D7365F76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14CC02-4DE2-48A4-B0E6-451CEECC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验证指标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031C2-E132-4F7B-930A-A8CE16C2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记录材料稳定性、吸水性和加工适用性。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E4B44-D08D-40FC-989B-A3C495FF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面向医疗用途时，安全性和注册资格须另行真实验证。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34632-ED52-4EC3-8A5C-1A8048E3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实验合成输入；原企业PPT字节与版式未恢复。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0ACA6-A7B3-470F-A645-A89CDDF2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48206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89E04-0FFE-478A-B4BF-70C28D44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91158-7A57-4015-B986-A5EF647E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产品示意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ffef6caf74093"/>
          <a:stretch xmlns:a="http://schemas.openxmlformats.org/drawingml/2006/main"/>
        </p:blipFill>
        <p:spPr>
          <a:xfrm xmlns:a="http://schemas.openxmlformats.org/drawingml/2006/main">
            <a:off x="2000250" y="1619250"/>
            <a:ext cx="8191500" cy="409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DB469-C839-454A-B3E7-2D0E9779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实验合成输入；原企业PPT字节与版式未恢复。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70C683-445B-4C70-B6C6-074BD1C2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698303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39DFC-DB07-4D6F-9B94-1BFB448A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04416-D221-4ECA-932D-967146BC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应用场景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DE265-9B09-44AC-8E76-9AD103D7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材料研发试验、产品样品展示与合作沟通。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DF4A45-0ED2-497B-B786-07B2C4D6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用实验示意说明形态，不能当成真实产品照片。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6A6D0-F8D8-4116-9C8E-914B9B82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实验合成输入；原企业PPT字节与版式未恢复。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FF754-3AF6-4205-8B68-F3E7745F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030380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57100-FE29-428E-954C-5A4A97EF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5E8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BA8A6-B0E1-47A7-96CC-4A011FC2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项目资料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39C98-A718-42D0-A4D4-CFC41756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保留配方版本、试验记录和样品图片。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BC5DD-3CC4-4DA6-B96D-FECB2BE9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765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2735"/>
                </a:solidFill>
                <a:latin typeface="Microsoft YaHei"/>
                <a:ea typeface="Microsoft YaHei"/>
                <a:cs typeface="Microsoft YaHei"/>
              </a:rPr>
              <a:t>按目标应用记录尚待检验的条件和问题。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9D8EF-6805-4AEF-8F68-D9F31AFB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实验合成输入；原企业PPT字节与版式未恢复。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B98B5-B8E8-4EA0-A9E1-20541482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481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592549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2026-10-08T11:08:30.1070000Z</dcterms:created>
  <dcterms:modified xsi:type="dcterms:W3CDTF">2026-10-08T11:08:30.1070000Z</dcterms:modified>
</coreProperties>
</file>