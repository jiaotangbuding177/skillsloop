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中科优势TTFA基础资料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技术转移工作流程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原用户明确转化门诊、高校与中小企业需求，以及TTFA工具。本稿不增补原历史成绩与荣誉。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项目收集、材料核对、问题登记、转化讨论、行动跟进五个基础环节；供本次重新制作讲解PPT。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项目输入样例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两个虚构案例分别为学校实验样机与中小企业工艺问题；字段含问题、资料、联系人占位及阶段。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工具页原材料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TTFA示例页面为项目列表、案例记录、需求字段与跟进日志；真实界面由现有图片另供，不冒充原像素。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