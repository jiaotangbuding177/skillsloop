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上市公司治理准则修订解读与科创板规则衔接培训</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实验合成输入：依原用户请求与文件名推断用途；不是原企业文件，不构成真实政策、人物履历或公开论文。</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第1页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签约主体与项目范围</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甲方为实验委托方，乙方为实验服务方。本协议草案围绕上市公司治理准则修订解读与科创板规则衔接培训提供业务材料收集、技术咨询与阶段方案讨论。双方均为虚构测试主体。</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第2页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交付与验收</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乙方按三个阶段提交需求记录、方案草案和实施建议。甲方在收到各阶段材料后五个工作日内书面反馈；存在实质缺陷的，乙方在合理期限内修改。未明确反馈不自动推定验收。</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第3页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费用与支付</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合同含税总价90000元。签署后支付30%，阶段方案确认后支付40%，全部验收后支付30%。超出约定范围的工作须另行书面确认费用。</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第4页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双方义务</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甲方提供合法来源的数据与必要业务说明；乙方对提交材料的完整性负责，明确记录尚待核实的假设。双方应各指定一名联络人并保留变更记录。</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第5页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知识产权与保密</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双方原有资料的权利仍归原权利人。项目专门形成的交付材料使用权按合同约定归甲方。非公开资料仅用于本项目，未经书面同意不得披露。</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第6页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终止与违约</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一方严重违约时，另一方可书面催告，给予十个工作日补救期限。终止时按已验收工作结算费用，返还未使用资料。违约损失须提供合理证明。</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第7页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争议处理</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双方优先协商，协商未果可向约定有管辖权的法院提起诉讼。此合成草案供实验文本修改，不构成法律建议。</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第8页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