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显微精准磁刺激智能闭环治疗系统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磁刺激与闭环感知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系统对象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项目题名直接给出磁刺激、精准定位与智能闭环。具体病种、临床样本及审批证据未导出。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实验实现模块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磁刺激执行模块、位置感知模块、状态记录模块与参数调节模块；这里是用于资料整合的实验架构。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实验评估记录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示例定位重复误差1.5毫米；记录周期10毫秒；连续运行30分钟。这些是人为设置的工程样例。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转化材料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实验样机、接口说明、测试日志和批次计划可作为资料组织对象；没有真实临床疗效、荣誉或专利编号。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