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SpeedBot_投资BP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SpeedBot_投资BP包含合成客户的产品需求与初始规格，用于后续需求比对、报价整理或交付范围确认。客户身份、金额与规格为实验设置。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