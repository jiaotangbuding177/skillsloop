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b602a8726417d" /><Relationship Type="http://schemas.openxmlformats.org/officeDocument/2006/relationships/extended-properties" Target="/docProps/app.xml" Id="R45c94b7eae19465b" /><Relationship Type="http://schemas.openxmlformats.org/officeDocument/2006/relationships/officeDocument" Target="/ppt/presentation.xml" Id="R2a4286b4fe81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5abc303804482"/>
  </p:sldMasterIdLst>
  <p:notesMasterIdLst>
    <p:notesMasterId xmlns:r="http://schemas.openxmlformats.org/officeDocument/2006/relationships" r:id="Re81b60bd7a88487f"/>
  </p:notesMasterIdLst>
  <p:sldIdLst>
    <p:sldId xmlns:r="http://schemas.openxmlformats.org/officeDocument/2006/relationships" id="256" r:id="Re2d9a8c18cf54e5e"/>
    <p:sldId xmlns:r="http://schemas.openxmlformats.org/officeDocument/2006/relationships" id="257" r:id="R80b8591a94cd45b2"/>
    <p:sldId xmlns:r="http://schemas.openxmlformats.org/officeDocument/2006/relationships" id="258" r:id="R099ab5e937d446f6"/>
    <p:sldId xmlns:r="http://schemas.openxmlformats.org/officeDocument/2006/relationships" id="259" r:id="R1fb6944eb5d64742"/>
    <p:sldId xmlns:r="http://schemas.openxmlformats.org/officeDocument/2006/relationships" id="260" r:id="Rc169ceb880df4bd6"/>
    <p:sldId xmlns:r="http://schemas.openxmlformats.org/officeDocument/2006/relationships" id="261" r:id="R9a016d69d0d546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76f5f1688b409f" /><Relationship Type="http://schemas.openxmlformats.org/officeDocument/2006/relationships/slideMaster" Target="/ppt/slideMasters/slideMaster1.xml" Id="R5f95abc303804482" /><Relationship Type="http://schemas.openxmlformats.org/officeDocument/2006/relationships/notesMaster" Target="/ppt/notesMasters/notesMaster1.xml" Id="Re81b60bd7a88487f" /><Relationship Type="http://schemas.openxmlformats.org/officeDocument/2006/relationships/presProps" Target="/ppt/presProps.xml" Id="Ref71ed017b854413" /><Relationship Type="http://schemas.openxmlformats.org/officeDocument/2006/relationships/tableStyles" Target="/ppt/tableStyles.xml" Id="Rfaef382b55944bd4" /><Relationship Type="http://schemas.openxmlformats.org/officeDocument/2006/relationships/slide" Target="/ppt/slides/slide1.xml" Id="Re2d9a8c18cf54e5e" /><Relationship Type="http://schemas.openxmlformats.org/officeDocument/2006/relationships/slide" Target="/ppt/slides/slide2.xml" Id="R80b8591a94cd45b2" /><Relationship Type="http://schemas.openxmlformats.org/officeDocument/2006/relationships/slide" Target="/ppt/slides/slide3.xml" Id="R099ab5e937d446f6" /><Relationship Type="http://schemas.openxmlformats.org/officeDocument/2006/relationships/slide" Target="/ppt/slides/slide4.xml" Id="R1fb6944eb5d64742" /><Relationship Type="http://schemas.openxmlformats.org/officeDocument/2006/relationships/slide" Target="/ppt/slides/slide5.xml" Id="Rc169ceb880df4bd6" /><Relationship Type="http://schemas.openxmlformats.org/officeDocument/2006/relationships/slide" Target="/ppt/slides/slide6.xml" Id="R9a016d69d0d546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6059554289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9995bb5a14140" /><Relationship Type="http://schemas.openxmlformats.org/officeDocument/2006/relationships/notesMaster" Target="/ppt/notesMasters/notesMaster1.xml" Id="Rd34c41c9eea44d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1dd6b03ac94d35" /><Relationship Type="http://schemas.openxmlformats.org/officeDocument/2006/relationships/notesMaster" Target="/ppt/notesMasters/notesMaster1.xml" Id="R38e70ba97345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dd23a361b4a09" /><Relationship Type="http://schemas.openxmlformats.org/officeDocument/2006/relationships/notesMaster" Target="/ppt/notesMasters/notesMaster1.xml" Id="R924d2f9d29d1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fe013244de4917" /><Relationship Type="http://schemas.openxmlformats.org/officeDocument/2006/relationships/notesMaster" Target="/ppt/notesMasters/notesMaster1.xml" Id="Re6497b4dcff6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9bb2dbf7744f1" /><Relationship Type="http://schemas.openxmlformats.org/officeDocument/2006/relationships/notesMaster" Target="/ppt/notesMasters/notesMaster1.xml" Id="Re2087a7488a3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329cbca174ce5" /><Relationship Type="http://schemas.openxmlformats.org/officeDocument/2006/relationships/notesMaster" Target="/ppt/notesMasters/notesMaster1.xml" Id="Rb41f72015175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来源：本source原用户需求与具名文件用途。明确合成资料；不使用历史AI回答作为目标答案。未知项：原上传PPT的具体版式与额外案例缺失；本文件仅使用本source用户文章主题，不用历史AI答案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c1401973f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f689b208fc465f" /><Relationship Type="http://schemas.openxmlformats.org/officeDocument/2006/relationships/slideLayout" Target="/ppt/slideLayouts/slideLayout1.xml" Id="Rd4da2f25a14144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a2f25a14144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a76f9db74185" /><Relationship Type="http://schemas.openxmlformats.org/officeDocument/2006/relationships/notesSlide" Target="/ppt/notesSlides/notesSlide1.xml" Id="R9dd08ced45fd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50b2b55e4ef9" /><Relationship Type="http://schemas.openxmlformats.org/officeDocument/2006/relationships/notesSlide" Target="/ppt/notesSlides/notesSlide2.xml" Id="R76132017ea76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772574274ed3" /><Relationship Type="http://schemas.openxmlformats.org/officeDocument/2006/relationships/notesSlide" Target="/ppt/notesSlides/notesSlide3.xml" Id="Rb3cd56e2ccbc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6a8d81a2049aa" /><Relationship Type="http://schemas.openxmlformats.org/officeDocument/2006/relationships/notesSlide" Target="/ppt/notesSlides/notesSlide4.xml" Id="Reef19295a28444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25bcfd4e3470f" /><Relationship Type="http://schemas.openxmlformats.org/officeDocument/2006/relationships/notesSlide" Target="/ppt/notesSlides/notesSlide5.xml" Id="R46a540ebe0f4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f2910adeb40e9" /><Relationship Type="http://schemas.openxmlformats.org/officeDocument/2006/relationships/notesSlide" Target="/ppt/notesSlides/notesSlide6.xml" Id="R6fe01a725a5f4b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4EED8-03C1-4B3E-9AC2-AB7EEFD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815D-377B-4268-B6ED-A848898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材料主题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0A94-E263-4E5F-94AA-58F03D1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本材料围绕用户输入中给出的Agent安全文章组织案例。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7790A-A0D0-44D5-9E54-CA72317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重点记录模型判断、权限使用与运行环境之间的边界。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A533D-B22A-4F0D-B84D-E8DDAB7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D5564-4A2C-41C2-8C5D-9CA5007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0626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557D2-604D-4555-9B04-5B6037F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60574-3537-4035-B2CB-3B6A684B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案例一：间接指令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783A3-4D2A-4291-AB98-C511DDB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外部网页或文档可以夹带与原任务无关的指令。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7EF85-5173-450C-9E11-DAB5BA50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业务资料内容应先识别来源和作用范围，再用于执行。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09E7E-6529-4E36-B5B0-94FA2C7C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014F4-E65B-4B7E-BAF8-28894AA0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387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899C6-5F74-4334-8B31-2C40FED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FD89-DBD2-443E-98A9-4B84569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案例二：授权与行为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F16C-F887-4497-8542-4D4781A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用户点击允许后，工具可执行范围仍需要明确。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C7FEB-4C30-45F0-914A-0C1C99A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对读取、写入与外部发送等行为分别记录实际参数。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67BF8-CEB1-4958-B165-3109B90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3F82D-D854-4D84-B28D-4CA025A2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4550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FB571-4918-495A-9D76-EDF548D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D76F2-6A0F-4A17-A6E6-C59374CE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案例三：环境边界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8945A-EF96-4AC7-A483-515A317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即使模型没有识别问题，环境也需要保留可核查的执行记录。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8E1DE-0DE9-4C27-8785-9C001BA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模型层判断与环境层约束共同决定实际行为。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58353-D09B-4688-A018-7568043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FDEC1-45FC-4CA7-9F88-54B07234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0868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E86CD-E057-48FE-83DE-3F9408F3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5F1B5-C824-40AE-B53F-DC7772E2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案例材料组织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21359-4317-4ACD-922F-F739202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每个案例保留原请求、外部材料、工具动作和观测结果。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FB42-8B4E-4392-84CB-5BEA8FB1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明确已观察事实与尚待验证的结论。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28324-4900-4192-95DD-B91BF553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2B3FF-A437-4F71-B51E-37035F46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03413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D59AB-07B7-4A98-96A0-330F65C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E7E8F-5E92-430A-BDA2-BCD87184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讨论素材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1199A-2E53-4278-A7D1-7905809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如果业务资料与外部指令冲突，如何判断作用范围？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0B882-6D4C-4714-A470-DBFFD83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如果授权过宽，如何定位执行偏差？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32ED4-8509-403C-9B80-372E46A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7590C-238A-4EBA-87DC-DA9729D6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4568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2026-10-08T11:08:15.8930000Z</dcterms:created>
  <dcterms:modified xsi:type="dcterms:W3CDTF">2026-10-08T11:08:15.8930000Z</dcterms:modified>
</coreProperties>
</file>