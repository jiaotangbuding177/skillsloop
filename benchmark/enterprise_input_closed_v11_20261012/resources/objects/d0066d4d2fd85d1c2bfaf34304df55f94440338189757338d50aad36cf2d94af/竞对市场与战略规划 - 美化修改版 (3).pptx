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937ac7e0bb48bf" /><Relationship Type="http://schemas.openxmlformats.org/officeDocument/2006/relationships/extended-properties" Target="/docProps/app.xml" Id="R7df63ac955a044a5" /><Relationship Type="http://schemas.openxmlformats.org/officeDocument/2006/relationships/officeDocument" Target="/ppt/presentation.xml" Id="Rc703dc7d033c4a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8f6d51aa2457a"/>
  </p:sldMasterIdLst>
  <p:notesMasterIdLst>
    <p:notesMasterId xmlns:r="http://schemas.openxmlformats.org/officeDocument/2006/relationships" r:id="Ra9aa061d6c4c4e8f"/>
  </p:notesMasterIdLst>
  <p:sldIdLst>
    <p:sldId xmlns:r="http://schemas.openxmlformats.org/officeDocument/2006/relationships" id="256" r:id="R5603a710d58647bd"/>
    <p:sldId xmlns:r="http://schemas.openxmlformats.org/officeDocument/2006/relationships" id="257" r:id="R3ed982b2de164040"/>
    <p:sldId xmlns:r="http://schemas.openxmlformats.org/officeDocument/2006/relationships" id="258" r:id="R3db8cd13dd524dc4"/>
    <p:sldId xmlns:r="http://schemas.openxmlformats.org/officeDocument/2006/relationships" id="259" r:id="Rb5f9757e7d2347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dbb228bf8a47c8" /><Relationship Type="http://schemas.openxmlformats.org/officeDocument/2006/relationships/slideMaster" Target="/ppt/slideMasters/slideMaster1.xml" Id="R0018f6d51aa2457a" /><Relationship Type="http://schemas.openxmlformats.org/officeDocument/2006/relationships/notesMaster" Target="/ppt/notesMasters/notesMaster1.xml" Id="Ra9aa061d6c4c4e8f" /><Relationship Type="http://schemas.openxmlformats.org/officeDocument/2006/relationships/presProps" Target="/ppt/presProps.xml" Id="Rc559b93e79a34bb0" /><Relationship Type="http://schemas.openxmlformats.org/officeDocument/2006/relationships/tableStyles" Target="/ppt/tableStyles.xml" Id="Ra8a54f4e42f343a9" /><Relationship Type="http://schemas.openxmlformats.org/officeDocument/2006/relationships/slide" Target="/ppt/slides/slide1.xml" Id="R5603a710d58647bd" /><Relationship Type="http://schemas.openxmlformats.org/officeDocument/2006/relationships/slide" Target="/ppt/slides/slide2.xml" Id="R3ed982b2de164040" /><Relationship Type="http://schemas.openxmlformats.org/officeDocument/2006/relationships/slide" Target="/ppt/slides/slide3.xml" Id="R3db8cd13dd524dc4" /><Relationship Type="http://schemas.openxmlformats.org/officeDocument/2006/relationships/slide" Target="/ppt/slides/slide4.xml" Id="Rb5f9757e7d2347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8239fc43d49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d79dbcb74461c" /><Relationship Type="http://schemas.openxmlformats.org/officeDocument/2006/relationships/notesMaster" Target="/ppt/notesMasters/notesMaster1.xml" Id="Rc68700ce52c641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1903f3d74e41a5" /><Relationship Type="http://schemas.openxmlformats.org/officeDocument/2006/relationships/notesMaster" Target="/ppt/notesMasters/notesMaster1.xml" Id="R36d2a3e66bd846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27ca0c39bb403d" /><Relationship Type="http://schemas.openxmlformats.org/officeDocument/2006/relationships/notesMaster" Target="/ppt/notesMasters/notesMaster1.xml" Id="R2b7cc87537e54a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b51bf0b902405f" /><Relationship Type="http://schemas.openxmlformats.org/officeDocument/2006/relationships/notesMaster" Target="/ppt/notesMasters/notesMaster1.xml" Id="Rc1dfd5b15c77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2af1b8bad4c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0cb29bee5c44f8" /><Relationship Type="http://schemas.openxmlformats.org/officeDocument/2006/relationships/slideLayout" Target="/ppt/slideLayouts/slideLayout1.xml" Id="R9ae4a5c98a094c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e4a5c98a094c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a96718e646db" /><Relationship Type="http://schemas.openxmlformats.org/officeDocument/2006/relationships/notesSlide" Target="/ppt/notesSlides/notesSlide1.xml" Id="R4ef29524b3e84c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a597c1d1d4d99" /><Relationship Type="http://schemas.openxmlformats.org/officeDocument/2006/relationships/notesSlide" Target="/ppt/notesSlides/notesSlide2.xml" Id="R6d2f2d7724ea4c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cc807365748a4" /><Relationship Type="http://schemas.openxmlformats.org/officeDocument/2006/relationships/notesSlide" Target="/ppt/notesSlides/notesSlide3.xml" Id="Rfbffa2bfcec0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2a661c6454342" /><Relationship Type="http://schemas.openxmlformats.org/officeDocument/2006/relationships/notesSlide" Target="/ppt/notesSlides/notesSlide4.xml" Id="R9d7374a7e06649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05473-62A3-4681-A0B5-DFCF79E2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客户与收入规模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年度目标（实验）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器械客户数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8CC25-5C9C-41EE-B5F9-CC133987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5385D-A8C3-4FBD-986E-D959925E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4240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8292A-AFCE-4F71-B4A7-5F7DF31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产品经营指标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实验当前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续购客户比重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B2E5C-93E7-4856-BE0C-83B321D3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C4D35-328C-49BA-B34C-95E6F1BB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0065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F9003-99FB-405C-A115-994B9956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预期利润表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发展目标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税前利润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9A66B-CB84-4DFA-A0DC-9F50C5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目标为实验假设，并非索塔科技公开披露数据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F7DDA-F768-40FC-8796-B645E5FE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8E250-CCE2-4ECE-9642-1C439FDC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3483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8E288-ED1F-4976-97F2-4DDE499C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集团经营情况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585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47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2026上半年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全年预测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税金及附加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財务费用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E20BA-1C22-4D49-B575-1D1A2F8D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初创客户不足，研发二代机和一代机优化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CBCC2-BD83-4143-9947-C2B921E6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金额为实验设置。当前待修改区域为上方表格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A7C19-634F-424B-8861-0EE50EA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用户给定累计回款5602200元，不等同期银行余额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600C6-9810-4365-8D06-825D6A5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37F16-9F55-4549-BEA7-8A3B07F0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3739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2026-10-08T13:42:20.0150000Z</dcterms:created>
  <dcterms:modified xsi:type="dcterms:W3CDTF">2026-10-08T13:42:20.0150000Z</dcterms:modified>
</coreProperties>
</file>