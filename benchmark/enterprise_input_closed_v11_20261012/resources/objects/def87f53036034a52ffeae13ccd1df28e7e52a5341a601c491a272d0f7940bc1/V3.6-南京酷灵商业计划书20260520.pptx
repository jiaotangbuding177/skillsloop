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V3.6-南京酷灵商业计划书20260520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生产计划与数据口径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V3.6-南京酷灵商业计划书20260520记录合成产品的物料需求。单套用量乘以计划套数为需求数量；可用库存不包含已锁定库存，在途数量需结合到货日期判断。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物料与供应商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物料包括控制板、电源模块、传感器、连接线、安装支架等。每个物料编码唯一，规格型号与供应商记录保持一一对应，不同批次可以具有不同交期。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仓储规则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库存盘点以本次生成数据为输入快照。现有库存可能无法覆盖全部需求；尚未到货的采购不能当作已经入库。实验中由 agent 实际完成缺料、齐套或采购计算。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同一套产品需同时具备全部必要物料。急件可采用分批到货；替代物料须经过技术确认，不默认按相同数量替换。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