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爻生生物商业计划资料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合成生物学平台与管线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文件标题来自原上传附件；主体信息来自此前原用户输入。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本文件是缺失原BP的实验替代，不认证原版内容与版式。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原用户给出的团队与底盘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原用户陈述：首席科学家为复旦大学吕红教授，专注工业菌株研发将近20年。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菌株底盘：马克斯克鲁维酵母；用户描述其可食用、生长较快。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这些为原输入陈述，未独立认证，未补写实验性能数值。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已有平台技术素材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原用户陈述：从底盘、元件到使能技术有系统解决方案。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已有AI虚拟细胞、“中式经验”（原文），以及多项转化产品。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用户提到“人源糖基化底盘”和自主知识产权。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原专利号、样本、产量及产品清单未给出。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原始商业模式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平台建设技术商业化 + 高价值品种商业化。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用户希望采用平台加管线思维，描述国资投资人较认可。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原投资金额、交易条款、平台定价和销售数据未取得。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原输入中的立项候选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已讨论方向：血制品、宠物食品、宠物药。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原用户认为血制品竞争与进展有压力，宠物市场竞争偏非技术层面。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上述是原始问题背景；本资料不预写选题排名或最终立项结论。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待整理的商业计划字段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底盘与元件资料、使能技术记录、平台服务对象、管线选择理由。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市场数据、工艺成本、研发里程碑、融资需求及财务：原正文未取得。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根据本次操作形成修订稿及建议，原输入保持未修改。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文件边界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团队、底盘和商业思路保留原用户已经给出的文字事实。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尚未出现的具体管线、后续问题及修改答案不写入初始附件。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真实图像、原版页数、财务和技术验证报告仍未知。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