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项目负责人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毛春 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南京师范大学 教授,博导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生物医药功能材料国家地方联合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工程研究中心主任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江苏省药学会专委会委员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南京鼓楼医院血管外科特聘专家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杭州市肿瘤医院特聘专家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曾任江苏省上市公司科技副总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英文专著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省部级奖项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口服天然线粒体纳米机器人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Nature Nanotechnology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.提出化学驱动类纳米机器人生物安全性设计和远程靶向策略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.在Nat. Nanotechnol.、Sci. Adv.等期刊上发表论文180余篇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.获得授权国家发明专利20件,已形成纳米机器人核心专利群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.Wiley公司出版“疾病治疗用微纳米机器人” 英文专著1部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.主要负责制定中国第一部微纳米机器人团体标准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.主持国家及省部级项目10余项,获得省部级科技奖多项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团体标准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研究论文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纳米机器人核心专利群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产业合同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 MitoRobot 项目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项目名称:A MitoRobot——基于人工线粒体纳米机器人技术的缺血性心脏病精准治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疗药物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核心产品:一种NO驱动的、可主动趋化并重构心肌细胞能量网络的纳米机器人系统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目标市场:全球缺血性心脏病药物市场,特别针对早期缺血性心脏病患者,防止其进展到心肌梗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死;也可用于急性心肌梗死再灌注治疗术后修复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融资需求:A轮融资三千万元人民币,用于核心技术转化、临床试验申报及临床一期试验验证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项目亮点:全球首创将“纳米机器人主动驱动力”与“线粒体能量代谢重构”相结合,实现从“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被动靶向”到“主动修复”的跨越,有望彻底逆转心肌能量匮乏这一核心病理环节。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   目   摘   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重大疾病治疗用纳米机器人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创新药物(平台)技术产业化项目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项目负责人:毛春 博士/教授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    2026年6月   南京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南京师范大学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生物医药功能材料国家地方联合工程研究中心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