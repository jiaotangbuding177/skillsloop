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合生纪康立项汇报初稿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生物技术立项材料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文件标题与首轮用户明确公司立项资料及投资尽调关联。原工艺、财务与项目详情未导出。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实验项目起点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立项资料按研发对象、试制阶段、样品验证、项目预算与合作事项组织；实际业务内容未知。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实验阶段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样品台账、测试记录、合作问题清单三类输入；不预填同轮Word黄色问题的回答。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研究100万元：试制40、检测30、样品20、记录10万元。真实申请金额、成本、期限与资助条款另缺。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