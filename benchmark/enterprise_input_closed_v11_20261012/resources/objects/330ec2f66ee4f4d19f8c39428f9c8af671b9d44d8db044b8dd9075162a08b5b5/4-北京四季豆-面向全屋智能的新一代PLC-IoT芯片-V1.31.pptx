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北京四季豆-面向全屋智能的新一代PLC-IoT芯片-V1.31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北京四季豆-面向全屋智能的新一代PLC-IoT芯片-V1.31是供实验任务使用的业务输入，涵盖背景、现状、规则和待确认记录。本文件提供任务处理前的合成原始材料。分析、修改、总结及最终交付由运行中的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