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高频电场软组织焊接技术产业化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软组织焊接技术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本文件是按原名称与当时用户需求制作的实验输入。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可供全文提取、页面修改、结构重排和Office转换。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原真实数据、图片、条款与历史版式另列未知。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身份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项目名称与浦东医院仅来自原文件标题；人员、设备与临床证据未知。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工程实验模块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示例系统含能量输出、电极接触、温度记录及过程控制；不擅自给疗效或注册状态。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实验记录样例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虚构台架测试三批，分别记录电压设定、接触时长与材料完整性；这里只提供工程数据结构。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产业化材料起点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真实临床数据、专利、注册与成本未知；实验材料含样机、测试日志及制作记录，供比较项目使用。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实验数据附页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实验年度材料（非原企业经营事实）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收入 300万元；直接成本 180万元；期间费用 100万元。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经营结果 = 300 − 180 − 100 = 20万元。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示例验证预算 100万元 = 试制40 + 检测30 + 样品20 + 记录10。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实验模块示意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资料输入 → 处理记录 → 检查与交接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几何示意仅用于演示页面操作，原产品照片及原UI像素未恢复。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资料输入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处理记录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结果交接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