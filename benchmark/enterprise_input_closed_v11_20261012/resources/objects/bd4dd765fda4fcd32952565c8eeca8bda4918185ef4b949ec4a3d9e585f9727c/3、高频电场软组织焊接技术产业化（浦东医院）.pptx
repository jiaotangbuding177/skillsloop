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、高频电场软组织焊接技术产业化（浦东医院）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实验合成输入：依原用户请求与文件名推断用途；不是原企业文件，不构成真实政策、人物履历或公开论文。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第1页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业务背景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、高频电场软组织焊接技术产业化（浦东医院）包含合成客户的产品需求与初始规格，用于后续需求比对、报价整理或交付范围确认。客户身份、金额与规格为实验设置。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第2页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客户需求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客户需要检测模块、控制终端和配套组件。主要工作条件为供电24V、环境温度0至45℃，部分产品要求RS485通信与IP54防护。不同订单的需求数量及交期不同。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第3页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现有产品规格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标准型控制终端支持24V供电、RS485接口和0至40℃环境；增强型支持0至50℃，防护达到IP54。检测模块精度分为两个等级，出厂报告按批次提供。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第4页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交易与交付条件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初始报价有效期为30天，批量价格与样品价格区分。交期从技术条件确认与预付款收到之日开始计算。客户特殊测试不包含在默认服务范围内。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第5页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待确认项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需要核实防护等级、工作温度、测试样本和售后周期。这里保留尚未解决的差异，agent须依据输入真实执行比对，不能使用预写匹配答案。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第6页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