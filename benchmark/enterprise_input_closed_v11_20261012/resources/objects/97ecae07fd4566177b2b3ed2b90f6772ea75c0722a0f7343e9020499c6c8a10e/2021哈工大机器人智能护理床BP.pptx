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fb10f1124240e6" /><Relationship Type="http://schemas.openxmlformats.org/officeDocument/2006/relationships/extended-properties" Target="/docProps/app.xml" Id="R214784eb143a4826" /><Relationship Type="http://schemas.openxmlformats.org/officeDocument/2006/relationships/officeDocument" Target="/ppt/presentation.xml" Id="R0269460ed8b74d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4147f532044f35"/>
  </p:sldMasterIdLst>
  <p:notesMasterIdLst>
    <p:notesMasterId xmlns:r="http://schemas.openxmlformats.org/officeDocument/2006/relationships" r:id="R40f3e2f06ca24f9e"/>
  </p:notesMasterIdLst>
  <p:sldIdLst>
    <p:sldId xmlns:r="http://schemas.openxmlformats.org/officeDocument/2006/relationships" id="256" r:id="Re46aac67363e401a"/>
    <p:sldId xmlns:r="http://schemas.openxmlformats.org/officeDocument/2006/relationships" id="257" r:id="Re8475659431848ae"/>
    <p:sldId xmlns:r="http://schemas.openxmlformats.org/officeDocument/2006/relationships" id="258" r:id="Rba3bdd0684af47af"/>
    <p:sldId xmlns:r="http://schemas.openxmlformats.org/officeDocument/2006/relationships" id="259" r:id="R6b5a3c1bbf52493c"/>
    <p:sldId xmlns:r="http://schemas.openxmlformats.org/officeDocument/2006/relationships" id="260" r:id="Rab55997943ec40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8d57839e294516" /><Relationship Type="http://schemas.openxmlformats.org/officeDocument/2006/relationships/slideMaster" Target="/ppt/slideMasters/slideMaster1.xml" Id="R8d4147f532044f35" /><Relationship Type="http://schemas.openxmlformats.org/officeDocument/2006/relationships/notesMaster" Target="/ppt/notesMasters/notesMaster1.xml" Id="R40f3e2f06ca24f9e" /><Relationship Type="http://schemas.openxmlformats.org/officeDocument/2006/relationships/presProps" Target="/ppt/presProps.xml" Id="R68c2a240d101477a" /><Relationship Type="http://schemas.openxmlformats.org/officeDocument/2006/relationships/tableStyles" Target="/ppt/tableStyles.xml" Id="R389ddd68f2c24a25" /><Relationship Type="http://schemas.openxmlformats.org/officeDocument/2006/relationships/slide" Target="/ppt/slides/slide1.xml" Id="Re46aac67363e401a" /><Relationship Type="http://schemas.openxmlformats.org/officeDocument/2006/relationships/slide" Target="/ppt/slides/slide2.xml" Id="Re8475659431848ae" /><Relationship Type="http://schemas.openxmlformats.org/officeDocument/2006/relationships/slide" Target="/ppt/slides/slide3.xml" Id="Rba3bdd0684af47af" /><Relationship Type="http://schemas.openxmlformats.org/officeDocument/2006/relationships/slide" Target="/ppt/slides/slide4.xml" Id="R6b5a3c1bbf52493c" /><Relationship Type="http://schemas.openxmlformats.org/officeDocument/2006/relationships/slide" Target="/ppt/slides/slide5.xml" Id="Rab55997943ec40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613dd9bf6f4b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e3a3c61c9941f1" /><Relationship Type="http://schemas.openxmlformats.org/officeDocument/2006/relationships/notesMaster" Target="/ppt/notesMasters/notesMaster1.xml" Id="Rf0209c73ca3047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72cd7c3489462b" /><Relationship Type="http://schemas.openxmlformats.org/officeDocument/2006/relationships/notesMaster" Target="/ppt/notesMasters/notesMaster1.xml" Id="R4700df776dbd46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5d8977e28944e3" /><Relationship Type="http://schemas.openxmlformats.org/officeDocument/2006/relationships/notesMaster" Target="/ppt/notesMasters/notesMaster1.xml" Id="R820fadb51c1f45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d483fe9233495c" /><Relationship Type="http://schemas.openxmlformats.org/officeDocument/2006/relationships/notesMaster" Target="/ppt/notesMasters/notesMaster1.xml" Id="Rf170dc53b7694a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0d0690d4a5447c" /><Relationship Type="http://schemas.openxmlformats.org/officeDocument/2006/relationships/notesMaster" Target="/ppt/notesMasters/notesMaster1.xml" Id="R2938cce3fb9245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此页为本会话实验合成输入。仅用户原文可见字段作为约束。未引入其他来源事实或后轮修改要求。原图片、公司事实、预算及布局未知。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此页为本会话实验合成输入。仅用户原文可见字段作为约束。未引入其他来源事实或后轮修改要求。原图片、公司事实、预算及布局未知。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此页为本会话实验合成输入。仅用户原文可见字段作为约束。未引入其他来源事实或后轮修改要求。原图片、公司事实、预算及布局未知。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此页为本会话实验合成输入。仅用户原文可见字段作为约束。未引入其他来源事实或后轮修改要求。原图片、公司事实、预算及布局未知。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此页为本会话实验合成输入。仅用户原文可见字段作为约束。未引入其他来源事实或后轮修改要求。原图片、公司事实、预算及布局未知。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642d87bed646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aa3821a29e4f2d" /><Relationship Type="http://schemas.openxmlformats.org/officeDocument/2006/relationships/slideLayout" Target="/ppt/slideLayouts/slideLayout1.xml" Id="R791590dd02804b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1590dd02804b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909fdf3dc42d5" /><Relationship Type="http://schemas.openxmlformats.org/officeDocument/2006/relationships/notesSlide" Target="/ppt/notesSlides/notesSlide1.xml" Id="Rff24b1d50cc84a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796f2e4854b50" /><Relationship Type="http://schemas.openxmlformats.org/officeDocument/2006/relationships/notesSlide" Target="/ppt/notesSlides/notesSlide2.xml" Id="R832106b0f59546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1e412b5ffd4aaa" /><Relationship Type="http://schemas.openxmlformats.org/officeDocument/2006/relationships/notesSlide" Target="/ppt/notesSlides/notesSlide3.xml" Id="Refd3073ac7df44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d6101a84f4500" /><Relationship Type="http://schemas.openxmlformats.org/officeDocument/2006/relationships/notesSlide" Target="/ppt/notesSlides/notesSlide4.xml" Id="Rf71754c8809d42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9f89f37134d68" /><Relationship Type="http://schemas.openxmlformats.org/officeDocument/2006/relationships/notesSlide" Target="/ppt/notesSlides/notesSlide5.xml" Id="Re0b030b9391745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843F4C-1C36-4154-88A6-DFDE4243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机器人智能护理床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13069-015A-4756-A9C7-C8DD1DF7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2021年原型阶段实验BP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5AA09-6582-4155-8D06-25023CDB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公司材料主体：上海威蓝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A35D6-8E41-45F8-9883-0D94D883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原文件名含哈工大；不据此认证组织或技术归属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99FD5-09BC-4A54-9C97-79E72BDB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原产品照片和原附件内容缺失，当前为实验合成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EF5C6-07E7-4996-887B-589BA178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rPr>
              <a:t>实验合成输入  原附件事实和版式未认证  1/5</a:t>
            </a:r>
          </a:p>
        </p:txBody>
      </p:sp>
    </p:spTree>
    <p:extLst>
      <p:ext uri="{BB962C8B-B14F-4D97-AF65-F5344CB8AC3E}">
        <p14:creationId xmlns:p14="http://schemas.microsoft.com/office/powerpoint/2010/main" val="1037962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330F7-B6D3-4A01-B32D-D6B49C39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公司及组织能力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7DC41-D230-4BB9-9AA1-9D3C4B24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示例团队12人：研发6人、生产装配3人、运营3人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82F73-34D5-4A4B-A66D-0AA71E1F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研发分工：机械3人、嵌入式2人、软件1人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5D297-11FA-4F75-B8A6-4096A2A7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围绕样机联调、装配与机构流程演示开展协作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6AB43-7659-4BCD-91F1-426F36E7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真实公司注册、资质、专利与订单待核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B7C8E-0E47-4C62-8845-1F2D9B64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rPr>
              <a:t>实验合成输入  原附件事实和版式未认证  2/5</a:t>
            </a:r>
          </a:p>
        </p:txBody>
      </p:sp>
    </p:spTree>
    <p:extLst>
      <p:ext uri="{BB962C8B-B14F-4D97-AF65-F5344CB8AC3E}">
        <p14:creationId xmlns:p14="http://schemas.microsoft.com/office/powerpoint/2010/main" val="8069811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731F1F-46E2-4DEA-B787-404A35EF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产品与护理流程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0CB71-AE85-4515-BCDD-D317CC8A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样机演示背部姿态调节、床边操作与状态提示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6929DE-9E82-43D4-AABB-A583E929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操作面板 → 控制器 → 姿态执行机构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18128-DAA4-4F3B-9142-216CB39B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床边状态提示用于说明使用流程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516E80-65CA-4BC1-BE9C-A66CF2F5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本材料不提供医疗疗效结论或真实注册证明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4E23C-90BC-481F-BC65-B62DD626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rPr>
              <a:t>实验合成输入  原附件事实和版式未认证  3/5</a:t>
            </a:r>
          </a:p>
        </p:txBody>
      </p:sp>
    </p:spTree>
    <p:extLst>
      <p:ext uri="{BB962C8B-B14F-4D97-AF65-F5344CB8AC3E}">
        <p14:creationId xmlns:p14="http://schemas.microsoft.com/office/powerpoint/2010/main" val="662375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AFB22-0193-4C99-8BCC-596D821E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样机阶段与成本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7E4F8-C359-4C1C-BF8D-96C79F4B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样机数量3台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73E926-C385-450A-B75C-D899F2E0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每台结构2万元、电子1万元、软件1万元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CF66B-BE2C-4FCE-8553-B6E84ED4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每台样机小计4万元，样机阶段总额12万元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C992E-130E-40B7-BF2E-3566E015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后续验证与装配12万元，实验项目预算24万元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EACC4-09E0-4BAC-A4E9-973BDA36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rPr>
              <a:t>实验合成输入  原附件事实和版式未认证  4/5</a:t>
            </a:r>
          </a:p>
        </p:txBody>
      </p:sp>
    </p:spTree>
    <p:extLst>
      <p:ext uri="{BB962C8B-B14F-4D97-AF65-F5344CB8AC3E}">
        <p14:creationId xmlns:p14="http://schemas.microsoft.com/office/powerpoint/2010/main" val="3927877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515229-8F8E-45F2-A9A6-451D9CCF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项目计划与待核材料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EA71C-3449-4958-9A13-4DE8F66F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先完成机械和控制联调，再开展机构使用流程验证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247A8E-4CD8-4403-8704-E83828D0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形成操作说明、装配记录与使用反馈表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C9A7F-0538-4B38-896D-04E4DA3D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公司介绍PDF与本BP采用相同人数、样机数和预算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B9557-8CAF-4BF7-8179-730760F2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6"/>
                </a:solidFill>
                <a:latin typeface="Microsoft YaHei"/>
                <a:ea typeface="Microsoft YaHei"/>
                <a:cs typeface="Microsoft YaHei"/>
              </a:rPr>
              <a:t>原产品照片、真实订单、注册编号和财务资料未知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DD15ED-0D57-4C11-AD80-DB7A0A1C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rPr>
              <a:t>实验合成输入  原附件事实和版式未认证  5/5</a:t>
            </a:r>
          </a:p>
        </p:txBody>
      </p:sp>
    </p:spTree>
    <p:extLst>
      <p:ext uri="{BB962C8B-B14F-4D97-AF65-F5344CB8AC3E}">
        <p14:creationId xmlns:p14="http://schemas.microsoft.com/office/powerpoint/2010/main" val="7832385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2026-10-08T11:40:37.1220000Z</dcterms:created>
  <dcterms:modified xsi:type="dcterms:W3CDTF">2026-10-08T11:40:37.1220000Z</dcterms:modified>
</coreProperties>
</file>