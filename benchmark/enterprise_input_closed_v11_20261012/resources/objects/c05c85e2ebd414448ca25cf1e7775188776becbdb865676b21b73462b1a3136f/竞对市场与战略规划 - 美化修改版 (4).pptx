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b8d9cb589a4059" /><Relationship Type="http://schemas.openxmlformats.org/officeDocument/2006/relationships/extended-properties" Target="/docProps/app.xml" Id="R1e79e7ee4ad84a61" /><Relationship Type="http://schemas.openxmlformats.org/officeDocument/2006/relationships/officeDocument" Target="/ppt/presentation.xml" Id="R1136f6c6134e46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973c034fa42ba"/>
  </p:sldMasterIdLst>
  <p:notesMasterIdLst>
    <p:notesMasterId xmlns:r="http://schemas.openxmlformats.org/officeDocument/2006/relationships" r:id="Rac9179f8925b4ac5"/>
  </p:notesMasterIdLst>
  <p:sldIdLst>
    <p:sldId xmlns:r="http://schemas.openxmlformats.org/officeDocument/2006/relationships" id="256" r:id="R44737d8a227a406a"/>
    <p:sldId xmlns:r="http://schemas.openxmlformats.org/officeDocument/2006/relationships" id="257" r:id="R2a12c5d54fef48a4"/>
    <p:sldId xmlns:r="http://schemas.openxmlformats.org/officeDocument/2006/relationships" id="258" r:id="Rbc216548ae6c486e"/>
    <p:sldId xmlns:r="http://schemas.openxmlformats.org/officeDocument/2006/relationships" id="259" r:id="Re4e92ac5ed214719"/>
    <p:sldId xmlns:r="http://schemas.openxmlformats.org/officeDocument/2006/relationships" id="260" r:id="Rad8f7bebb83b43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a751475c694ff6" /><Relationship Type="http://schemas.openxmlformats.org/officeDocument/2006/relationships/slideMaster" Target="/ppt/slideMasters/slideMaster1.xml" Id="R80c973c034fa42ba" /><Relationship Type="http://schemas.openxmlformats.org/officeDocument/2006/relationships/notesMaster" Target="/ppt/notesMasters/notesMaster1.xml" Id="Rac9179f8925b4ac5" /><Relationship Type="http://schemas.openxmlformats.org/officeDocument/2006/relationships/presProps" Target="/ppt/presProps.xml" Id="Rb0f20b7ddd93400f" /><Relationship Type="http://schemas.openxmlformats.org/officeDocument/2006/relationships/tableStyles" Target="/ppt/tableStyles.xml" Id="R56a1bcecdfcf4a0f" /><Relationship Type="http://schemas.openxmlformats.org/officeDocument/2006/relationships/slide" Target="/ppt/slides/slide1.xml" Id="R44737d8a227a406a" /><Relationship Type="http://schemas.openxmlformats.org/officeDocument/2006/relationships/slide" Target="/ppt/slides/slide2.xml" Id="R2a12c5d54fef48a4" /><Relationship Type="http://schemas.openxmlformats.org/officeDocument/2006/relationships/slide" Target="/ppt/slides/slide3.xml" Id="Rbc216548ae6c486e" /><Relationship Type="http://schemas.openxmlformats.org/officeDocument/2006/relationships/slide" Target="/ppt/slides/slide4.xml" Id="Re4e92ac5ed214719" /><Relationship Type="http://schemas.openxmlformats.org/officeDocument/2006/relationships/slide" Target="/ppt/slides/slide5.xml" Id="Rad8f7bebb83b43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7f8a4a6ac40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65ec0b267f4087" /><Relationship Type="http://schemas.openxmlformats.org/officeDocument/2006/relationships/notesMaster" Target="/ppt/notesMasters/notesMaster1.xml" Id="Rb0dd67fd450f47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6e258512184823" /><Relationship Type="http://schemas.openxmlformats.org/officeDocument/2006/relationships/notesMaster" Target="/ppt/notesMasters/notesMaster1.xml" Id="R6d6f5ac9ea1945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d2d5ca561c4498" /><Relationship Type="http://schemas.openxmlformats.org/officeDocument/2006/relationships/notesMaster" Target="/ppt/notesMasters/notesMaster1.xml" Id="R8ffde9eb6d614f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27b0c276e74d3b" /><Relationship Type="http://schemas.openxmlformats.org/officeDocument/2006/relationships/notesMaster" Target="/ppt/notesMasters/notesMaster1.xml" Id="R3ec161fae47c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a25548cafc4eb2" /><Relationship Type="http://schemas.openxmlformats.org/officeDocument/2006/relationships/notesMaster" Target="/ppt/notesMasters/notesMaster1.xml" Id="R4eb138b22c8f45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51f1fa91334d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aa8eecc01c40fa" /><Relationship Type="http://schemas.openxmlformats.org/officeDocument/2006/relationships/slideLayout" Target="/ppt/slideLayouts/slideLayout1.xml" Id="Rf67a5677141b45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7a5677141b45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b1e0c4dc3450b" /><Relationship Type="http://schemas.openxmlformats.org/officeDocument/2006/relationships/notesSlide" Target="/ppt/notesSlides/notesSlide1.xml" Id="R333bc099dcaf43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9bde6a6304190" /><Relationship Type="http://schemas.openxmlformats.org/officeDocument/2006/relationships/notesSlide" Target="/ppt/notesSlides/notesSlide2.xml" Id="R3a022708f8dc40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2854099894ad1" /><Relationship Type="http://schemas.openxmlformats.org/officeDocument/2006/relationships/notesSlide" Target="/ppt/notesSlides/notesSlide3.xml" Id="R294acecc95d14b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49c7b88ab4bfb" /><Relationship Type="http://schemas.openxmlformats.org/officeDocument/2006/relationships/notesSlide" Target="/ppt/notesSlides/notesSlide4.xml" Id="Ra2a39a1368c642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6ee5ab9b54abe" /><Relationship Type="http://schemas.openxmlformats.org/officeDocument/2006/relationships/notesSlide" Target="/ppt/notesSlides/notesSlide5.xml" Id="Rd76c23450af542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FBCB3-9AE6-49F4-B3DC-BF10AE7E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客户与收入规模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年度目标（实验）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器械客户数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723C8-0DD1-40FF-8A62-A0F794F1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F7C56-68DC-4FAB-9B27-8A726996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8102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A6EB4-DEAE-4911-8EAD-96D401D8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产品经营指标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实验当前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续购客户比重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141A3-4ADF-47A8-964B-CABF3CD4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91442-D34A-4238-9F94-74305AFE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9215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815D1-A5C6-4E03-8AF2-7C0FED3F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预期利润表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发展目标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税前利润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00A13-3BA7-4912-8328-DD5AFBB2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目标为实验假设，并非索塔科技公开披露数据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C24D5-32BB-4686-8EC2-2141DA6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38C83-38AE-471B-80CF-9D8713C1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3424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E9318-0A7B-492F-A451-8C947EBD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集团经营情况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585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47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2026上半年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全年预测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税金及附加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財务费用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0A2B9-5EF2-4F13-A321-9099F80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初创客户不足，研发二代机和一代机优化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49565-C1A8-474B-BE20-490148E9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金额为实验设置。当前待修改区域为上方表格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9088F-0779-4ACF-9BC8-C067C9E9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用户给定累计回款5602200元，不等同期银行余额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B6284-8EA6-408D-B782-097F1840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7997D-CD7F-42CC-9EE3-F020FBE8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90328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82ED2-3B42-4D7A-B8B9-D1A25B6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财务指标及保守目标比较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现有值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与目标相比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流动比率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速动比率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资产负债率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存货周转率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管理及研发费用率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__________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3B933-3206-4D2F-9300-6678EBB8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实验初始比较表，保守目标栏部分留空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A73F7-DFE7-4A7C-A53D-92FDAD7F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8FB14-C319-4AD9-B2AC-B057249E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8645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2026-10-08T13:42:22.6870000Z</dcterms:created>
  <dcterms:modified xsi:type="dcterms:W3CDTF">2026-10-08T13:42:22.6870000Z</dcterms:modified>
</coreProperties>
</file>