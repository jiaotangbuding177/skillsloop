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智调大师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项目与范围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智调大师为实验项目的初始费用材料，包含需求调研、方案设计、数据整理、开发、测试与培训等工作。用户后续要求的调价、优化或分析尚未执行。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计价口径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人员成本按人数乘以投入月数乘以人月单价计算。不同岗位使用不同单价，投入允许半月粒度。税率与含税口径在表格中单列，金额以人民币计。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工作边界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接口数量、材料整理规模与用户培训次数须在需求确认时复核。固定报价不表示无限次变更；新增需求应记录范围、工时与对总成本的影响。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输入与复核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输入表保留模块、岗位、人数、投入月份及金额公式。尚未应用用户目标折扣或生成最终报价说明。任务完成后由独立检查核对金额与正文一致性。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