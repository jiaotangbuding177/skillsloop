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南京深眸智算项目简介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机器视觉实验资料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资料对象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文件名给出南京深眸智算公司；具体未在本来源给出的产品业绩、人员与专利不作为真实事实补写。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演示型功能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实验功能集为视频目标标注、事件记录与三维场景索引；用于从简介提取产品、技术和合作字段。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技术样例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本稿配置三种实验输入：静态图像、短视频和场景坐标表；接口输出统一为目标标签与时间戳。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合作资料起点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实验试用周期四周，含数据格式确认、样例演示和反馈记录；具体商用合同、订单和融资均未知。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