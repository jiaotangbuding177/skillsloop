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国巡机器人公司与产品介绍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巡检机器人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公司身份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公司名称及企业简介版本依文件名；实际成立时间、团队、客户与荣誉未知。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示例巡检移动平台、视觉采集模块与后台告警界面；只用于公司概要写作和资料摘取。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操作场景样例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虚构工厂通道路线两条，记录设备表面图像和人工复核状态；不声称真实部署。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工程计划样例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当前实验样机可完成路线记录，下一阶段拟验证充电与数据导出；未补造原销量或融资。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