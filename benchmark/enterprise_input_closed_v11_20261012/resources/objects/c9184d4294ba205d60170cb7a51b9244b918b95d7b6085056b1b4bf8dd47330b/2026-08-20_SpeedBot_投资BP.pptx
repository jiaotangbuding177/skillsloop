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cb43544de6486e" /><Relationship Type="http://schemas.openxmlformats.org/officeDocument/2006/relationships/extended-properties" Target="/docProps/app.xml" Id="R531766af4561411e" /><Relationship Type="http://schemas.openxmlformats.org/officeDocument/2006/relationships/officeDocument" Target="/ppt/presentation.xml" Id="Rd8b6a44761e94e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93b310ddda4a44"/>
  </p:sldMasterIdLst>
  <p:notesMasterIdLst>
    <p:notesMasterId xmlns:r="http://schemas.openxmlformats.org/officeDocument/2006/relationships" r:id="Rc2139059199e40d2"/>
  </p:notesMasterIdLst>
  <p:sldIdLst>
    <p:sldId xmlns:r="http://schemas.openxmlformats.org/officeDocument/2006/relationships" id="256" r:id="R6466ba3929084a6c"/>
    <p:sldId xmlns:r="http://schemas.openxmlformats.org/officeDocument/2006/relationships" id="257" r:id="Rc706e4b51bd9467c"/>
    <p:sldId xmlns:r="http://schemas.openxmlformats.org/officeDocument/2006/relationships" id="258" r:id="R404d424b81d54785"/>
    <p:sldId xmlns:r="http://schemas.openxmlformats.org/officeDocument/2006/relationships" id="259" r:id="Rcd1f6922d1b4423c"/>
    <p:sldId xmlns:r="http://schemas.openxmlformats.org/officeDocument/2006/relationships" id="260" r:id="R79cec38ae9d24af5"/>
    <p:sldId xmlns:r="http://schemas.openxmlformats.org/officeDocument/2006/relationships" id="261" r:id="Re18154bd0bc3406b"/>
    <p:sldId xmlns:r="http://schemas.openxmlformats.org/officeDocument/2006/relationships" id="262" r:id="R18a514ef288b4c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a1047179d74239" /><Relationship Type="http://schemas.openxmlformats.org/officeDocument/2006/relationships/slideMaster" Target="/ppt/slideMasters/slideMaster1.xml" Id="Raa93b310ddda4a44" /><Relationship Type="http://schemas.openxmlformats.org/officeDocument/2006/relationships/notesMaster" Target="/ppt/notesMasters/notesMaster1.xml" Id="Rc2139059199e40d2" /><Relationship Type="http://schemas.openxmlformats.org/officeDocument/2006/relationships/presProps" Target="/ppt/presProps.xml" Id="Rbb4b78eca2bc476e" /><Relationship Type="http://schemas.openxmlformats.org/officeDocument/2006/relationships/tableStyles" Target="/ppt/tableStyles.xml" Id="Rd8c55a9095f14fe0" /><Relationship Type="http://schemas.openxmlformats.org/officeDocument/2006/relationships/slide" Target="/ppt/slides/slide1.xml" Id="R6466ba3929084a6c" /><Relationship Type="http://schemas.openxmlformats.org/officeDocument/2006/relationships/slide" Target="/ppt/slides/slide2.xml" Id="Rc706e4b51bd9467c" /><Relationship Type="http://schemas.openxmlformats.org/officeDocument/2006/relationships/slide" Target="/ppt/slides/slide3.xml" Id="R404d424b81d54785" /><Relationship Type="http://schemas.openxmlformats.org/officeDocument/2006/relationships/slide" Target="/ppt/slides/slide4.xml" Id="Rcd1f6922d1b4423c" /><Relationship Type="http://schemas.openxmlformats.org/officeDocument/2006/relationships/slide" Target="/ppt/slides/slide5.xml" Id="R79cec38ae9d24af5" /><Relationship Type="http://schemas.openxmlformats.org/officeDocument/2006/relationships/slide" Target="/ppt/slides/slide6.xml" Id="Re18154bd0bc3406b" /><Relationship Type="http://schemas.openxmlformats.org/officeDocument/2006/relationships/slide" Target="/ppt/slides/slide7.xml" Id="R18a514ef288b4c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21412116ad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41728d1784200" /><Relationship Type="http://schemas.openxmlformats.org/officeDocument/2006/relationships/notesMaster" Target="/ppt/notesMasters/notesMaster1.xml" Id="Rb153c1364663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9e17806e5641c5" /><Relationship Type="http://schemas.openxmlformats.org/officeDocument/2006/relationships/notesMaster" Target="/ppt/notesMasters/notesMaster1.xml" Id="Rf8a20ca63264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eb7de821d42f7" /><Relationship Type="http://schemas.openxmlformats.org/officeDocument/2006/relationships/notesMaster" Target="/ppt/notesMasters/notesMaster1.xml" Id="R7bfca04433df47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8d89159dcd41f9" /><Relationship Type="http://schemas.openxmlformats.org/officeDocument/2006/relationships/notesMaster" Target="/ppt/notesMasters/notesMaster1.xml" Id="R9565d2da036144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e45b1a6494ad2" /><Relationship Type="http://schemas.openxmlformats.org/officeDocument/2006/relationships/notesMaster" Target="/ppt/notesMasters/notesMaster1.xml" Id="R161bdbfc17e9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e2ec3fc126401a" /><Relationship Type="http://schemas.openxmlformats.org/officeDocument/2006/relationships/notesMaster" Target="/ppt/notesMasters/notesMaster1.xml" Id="R1f729931757943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9f019b8a234e58" /><Relationship Type="http://schemas.openxmlformats.org/officeDocument/2006/relationships/notesMaster" Target="/ppt/notesMasters/notesMaster1.xml" Id="Ra9f9640fd22f4a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企业附件字节、未提供的真实内容/数字和原版式未知；新增字段为明确实验合成，未提前完成本轮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46d7fd9ea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eb525b6d39448c" /><Relationship Type="http://schemas.openxmlformats.org/officeDocument/2006/relationships/slideLayout" Target="/ppt/slideLayouts/slideLayout1.xml" Id="Reb5919975f1a48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5919975f1a48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9e18921274cf0" /><Relationship Type="http://schemas.openxmlformats.org/officeDocument/2006/relationships/notesSlide" Target="/ppt/notesSlides/notesSlide1.xml" Id="Rc19e38bb681a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99b2ec14463a" /><Relationship Type="http://schemas.openxmlformats.org/officeDocument/2006/relationships/notesSlide" Target="/ppt/notesSlides/notesSlide2.xml" Id="Re4df2d95bbc541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2abb86530451c" /><Relationship Type="http://schemas.openxmlformats.org/officeDocument/2006/relationships/notesSlide" Target="/ppt/notesSlides/notesSlide3.xml" Id="R34ef01ba0e3249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33ac445df465a" /><Relationship Type="http://schemas.openxmlformats.org/officeDocument/2006/relationships/notesSlide" Target="/ppt/notesSlides/notesSlide4.xml" Id="R77c73501d6b145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19299b6bf461b" /><Relationship Type="http://schemas.openxmlformats.org/officeDocument/2006/relationships/notesSlide" Target="/ppt/notesSlides/notesSlide5.xml" Id="R02262da08ec64c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29bfff464ef1" /><Relationship Type="http://schemas.openxmlformats.org/officeDocument/2006/relationships/notesSlide" Target="/ppt/notesSlides/notesSlide6.xml" Id="Re1bc751a782f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0bd771574992" /><Relationship Type="http://schemas.openxmlformats.org/officeDocument/2006/relationships/notesSlide" Target="/ppt/notesSlides/notesSlide7.xml" Id="R1f5019c2132e44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1A4B2-A3D6-4B51-8AE7-0FC2807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SpeedBot投资BP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38E73-C87A-4758-85EE-306A28B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实验机器人公司投资材料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F75FA-BD41-490B-A6D4-F516AF0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原企业业务与财务事实未恢复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68B59-5CBB-4870-A20C-60498FE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45FEB-3517-46E7-B4B1-41DF3DDF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22351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D892C-5F64-44C0-A089-F76FDBAA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产品与客户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FBF6-B753-449E-8805-855EFB45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实验业务：工业视觉检测和机器人分拣设备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3C20B-E585-43FE-85DF-B38DB790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客户：制造企业。收入包含设备、集成和维护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53EA5-1D9B-44C0-851D-6047C465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真实SpeedBot法人、产品及客户身份未知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2D0B8-BFF3-41FB-B601-976D5B4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DF7BE-2F76-444A-BBD1-E34D647F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8991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04B7B-B445-4C22-A70B-46F67829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经营数据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2405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集成维护收入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期间费用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ED0E5-AAAB-4169-86BA-EA62F21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所有金额为实验设置，单位万元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7CDFF-7519-4671-8542-3D667145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33A4B-2972-4536-A343-835DC4C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1844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9817D-DE44-4CE6-AFF3-1D000AC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期末财务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240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5000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万元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货币资金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应收账款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固定及其它资产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资产合计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负债合计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权益合计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AF389-6FCA-4C78-8DED-C6B5B4FD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实验统计时点：2025年12月31日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0E5AB-B205-4BA8-8BC0-A5DE5E18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9DF24-0DCB-46C8-807D-2A0098AC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8446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486AA-FA09-4BB8-9EE6-5959558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规划假设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5DE6F-3631-4B38-BF6F-AE6AD1D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实验2026年计划收入4500万元，毛利率40%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788BE-F7A2-4EEC-9983-9EFF2F7F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计划研发投入800万元，新增设备客户20家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36FFA-7672-4339-BE9C-E7DA18DF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预测与已实现收入分开，原订单和行业数据待核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3DFF7-9AB3-4996-94F3-0500A308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2E7CB-3B3D-4E82-A851-AA9C844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1112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3A1A0-2055-472E-B38C-13C79A5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融资与治理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2B227-0AEE-40AA-B20A-7CFF1739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实验拟融资1000万元，投前估值9000万元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B90A0-2B13-4FDD-A34B-E9210BF4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原股东60%/25%/15%，融资后54%/22.5%/13.5%/10%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B447-B7C1-4534-9B34-3660B571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实际融资、知识产权和监管记录未知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79D04-DA4F-4500-9834-91C585CB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0B460-D32E-40C2-B2A2-75D75FD8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42490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FDF04-EB30-483E-B233-7E09653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上市准备资料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D5790-1365-4F0D-B924-21AAF56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财务审计、主营收入证据、客户集中度资料待提供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1503A-E75B-4477-8BCB-BE9AA262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同业竞争、关联交易和治理记录待核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F9B8B-17E3-4C7C-BB09-A79217F0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80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本初始BP不预填上市结论或监管员所需时间表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BB139-9E7F-4BA1-9D1E-BAB5086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7435A-DFDE-4174-AED7-3B0D581D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91718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2026-10-08T13:30:59.6340000Z</dcterms:created>
  <dcterms:modified xsi:type="dcterms:W3CDTF">2026-10-08T13:30:59.6340000Z</dcterms:modified>
</coreProperties>
</file>