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本轮投资方案初稿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股权投资结构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原资料边界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原用户仅给出商业计划与投资方案用途。真实主体、资产、监管适用条件、财务及方案条款未知。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实验交易结构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虚构目标企业新增资金1000万元，其中研发400、生产300、市场200、营运100万元；合计1000万元。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实验股权假设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投前估值4000万元、新增投资1000万元、投后估值5000万元、新投资人20%。仅是可校验的沙箱假设。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待审原始条目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草案保留股权登记、资金用途、关联交易与退出路径字段。具体退出与交易目的尚待原始条款。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资料字段与当前缺口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原单位与团队、联系人电话、真实产品型号、真实专利与市场数据：未提供。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本输入仍为待整理、待比较或待编辑的原材料。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具体文字稿、优化BP、问答与建议由本次运行产生。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