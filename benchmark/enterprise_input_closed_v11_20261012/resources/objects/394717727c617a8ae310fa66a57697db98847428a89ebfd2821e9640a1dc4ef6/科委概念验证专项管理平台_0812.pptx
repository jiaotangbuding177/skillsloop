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40c1a7a22b4a39" /><Relationship Type="http://schemas.openxmlformats.org/officeDocument/2006/relationships/extended-properties" Target="/docProps/app.xml" Id="R8b97f4b18ba246fb" /><Relationship Type="http://schemas.openxmlformats.org/officeDocument/2006/relationships/officeDocument" Target="/ppt/presentation.xml" Id="R6d359cf2dddb41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b50b59366541d2"/>
  </p:sldMasterIdLst>
  <p:notesMasterIdLst>
    <p:notesMasterId xmlns:r="http://schemas.openxmlformats.org/officeDocument/2006/relationships" r:id="Rf83c4b78dd4543da"/>
  </p:notesMasterIdLst>
  <p:sldIdLst>
    <p:sldId xmlns:r="http://schemas.openxmlformats.org/officeDocument/2006/relationships" id="256" r:id="R1b63a73648f34e24"/>
    <p:sldId xmlns:r="http://schemas.openxmlformats.org/officeDocument/2006/relationships" id="257" r:id="Rbb0a08e5d19d4bbc"/>
    <p:sldId xmlns:r="http://schemas.openxmlformats.org/officeDocument/2006/relationships" id="258" r:id="R68b91a7b50224e74"/>
    <p:sldId xmlns:r="http://schemas.openxmlformats.org/officeDocument/2006/relationships" id="259" r:id="R8143bfdfdc0d4ca8"/>
    <p:sldId xmlns:r="http://schemas.openxmlformats.org/officeDocument/2006/relationships" id="260" r:id="R47493bbc0cda4fc5"/>
    <p:sldId xmlns:r="http://schemas.openxmlformats.org/officeDocument/2006/relationships" id="261" r:id="Rb23bd10d36654b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ab4aa3fa914ac8" /><Relationship Type="http://schemas.openxmlformats.org/officeDocument/2006/relationships/slideMaster" Target="/ppt/slideMasters/slideMaster1.xml" Id="Rbcb50b59366541d2" /><Relationship Type="http://schemas.openxmlformats.org/officeDocument/2006/relationships/notesMaster" Target="/ppt/notesMasters/notesMaster1.xml" Id="Rf83c4b78dd4543da" /><Relationship Type="http://schemas.openxmlformats.org/officeDocument/2006/relationships/presProps" Target="/ppt/presProps.xml" Id="Rbc6129eba90a43a3" /><Relationship Type="http://schemas.openxmlformats.org/officeDocument/2006/relationships/tableStyles" Target="/ppt/tableStyles.xml" Id="R81fb1494daaf448f" /><Relationship Type="http://schemas.openxmlformats.org/officeDocument/2006/relationships/slide" Target="/ppt/slides/slide1.xml" Id="R1b63a73648f34e24" /><Relationship Type="http://schemas.openxmlformats.org/officeDocument/2006/relationships/slide" Target="/ppt/slides/slide2.xml" Id="Rbb0a08e5d19d4bbc" /><Relationship Type="http://schemas.openxmlformats.org/officeDocument/2006/relationships/slide" Target="/ppt/slides/slide3.xml" Id="R68b91a7b50224e74" /><Relationship Type="http://schemas.openxmlformats.org/officeDocument/2006/relationships/slide" Target="/ppt/slides/slide4.xml" Id="R8143bfdfdc0d4ca8" /><Relationship Type="http://schemas.openxmlformats.org/officeDocument/2006/relationships/slide" Target="/ppt/slides/slide5.xml" Id="R47493bbc0cda4fc5" /><Relationship Type="http://schemas.openxmlformats.org/officeDocument/2006/relationships/slide" Target="/ppt/slides/slide6.xml" Id="Rb23bd10d36654b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f2492fe71b44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660b56e0ac430e" /><Relationship Type="http://schemas.openxmlformats.org/officeDocument/2006/relationships/notesMaster" Target="/ppt/notesMasters/notesMaster1.xml" Id="Rc505d41c76784f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04ab86da9543f8" /><Relationship Type="http://schemas.openxmlformats.org/officeDocument/2006/relationships/notesMaster" Target="/ppt/notesMasters/notesMaster1.xml" Id="R2313f5d417804e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5422369e964bf3" /><Relationship Type="http://schemas.openxmlformats.org/officeDocument/2006/relationships/notesMaster" Target="/ppt/notesMasters/notesMaster1.xml" Id="R9c06bb8371dd4e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1f1217708443dd" /><Relationship Type="http://schemas.openxmlformats.org/officeDocument/2006/relationships/notesMaster" Target="/ppt/notesMasters/notesMaster1.xml" Id="R4861294f545342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fd65e8af864131" /><Relationship Type="http://schemas.openxmlformats.org/officeDocument/2006/relationships/notesMaster" Target="/ppt/notesMasters/notesMaster1.xml" Id="R8e4f8ab903af42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9817dc637e4844" /><Relationship Type="http://schemas.openxmlformats.org/officeDocument/2006/relationships/notesMaster" Target="/ppt/notesMasters/notesMaster1.xml" Id="Rd975e42af70d44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来源：本source原用户需求与具名文件用途。明确合成资料；不使用历史AI回答作为目标答案。未知项：源PPT页数和具体产品UI缺失；本文件按具名管理平台用途合成，不认证原界面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来源：本source原用户需求与具名文件用途。明确合成资料；不使用历史AI回答作为目标答案。未知项：源PPT页数和具体产品UI缺失；本文件按具名管理平台用途合成，不认证原界面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来源：本source原用户需求与具名文件用途。明确合成资料；不使用历史AI回答作为目标答案。未知项：源PPT页数和具体产品UI缺失；本文件按具名管理平台用途合成，不认证原界面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来源：本source原用户需求与具名文件用途。明确合成资料；不使用历史AI回答作为目标答案。未知项：源PPT页数和具体产品UI缺失；本文件按具名管理平台用途合成，不认证原界面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来源：本source原用户需求与具名文件用途。明确合成资料；不使用历史AI回答作为目标答案。未知项：源PPT页数和具体产品UI缺失；本文件按具名管理平台用途合成，不认证原界面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来源：本source原用户需求与具名文件用途。明确合成资料；不使用历史AI回答作为目标答案。未知项：源PPT页数和具体产品UI缺失；本文件按具名管理平台用途合成，不认证原界面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4cad92583b43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04f25cd0a547b6" /><Relationship Type="http://schemas.openxmlformats.org/officeDocument/2006/relationships/slideLayout" Target="/ppt/slideLayouts/slideLayout1.xml" Id="R1f0ace68eabf4d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0ace68eabf4d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d7824ce1448b7" /><Relationship Type="http://schemas.openxmlformats.org/officeDocument/2006/relationships/notesSlide" Target="/ppt/notesSlides/notesSlide1.xml" Id="R7071a85eb78a4b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103950b9f4976" /><Relationship Type="http://schemas.openxmlformats.org/officeDocument/2006/relationships/notesSlide" Target="/ppt/notesSlides/notesSlide2.xml" Id="R5c51a82a81d046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e3047352342e1" /><Relationship Type="http://schemas.openxmlformats.org/officeDocument/2006/relationships/notesSlide" Target="/ppt/notesSlides/notesSlide3.xml" Id="R930f416b142c4c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ea28e981f4f6f" /><Relationship Type="http://schemas.openxmlformats.org/officeDocument/2006/relationships/notesSlide" Target="/ppt/notesSlides/notesSlide4.xml" Id="Rd59de63118394e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54587c8ca418b" /><Relationship Type="http://schemas.openxmlformats.org/officeDocument/2006/relationships/notesSlide" Target="/ppt/notesSlides/notesSlide5.xml" Id="Rd7f99573d2ee4d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b945340be432e" /><Relationship Type="http://schemas.openxmlformats.org/officeDocument/2006/relationships/notesSlide" Target="/ppt/notesSlides/notesSlide6.xml" Id="R0f129b7aa4ee48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C395C-EE23-4794-9EDC-1EADCE49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9D9B3-2199-4AE0-AF9D-2316D44C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专项管理范围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3072F-CD40-486E-863F-BCD5AD55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围绕早期技术项目进行申请、评审、立项和过程管理。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F4422-48D1-47FE-BE85-BB5D5B5D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管理资料、里程碑、经费记录与阶段成果。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713CC-8AA0-4139-A284-7CBED12E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实验合成输入；原企业PPT字节与版式未恢复。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8906D-F830-4F5B-8FBB-A9F949D6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769094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7F6E7-7912-42EE-9635-66FE8A4E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AB2ED-0A20-4446-B91D-15A00985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项目申报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9537F-49F8-4A8D-8CB2-FDA79309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申请人填写项目背景、技术方案、验证目标和预期成果。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3ECA2-9BD9-4A7D-A22F-BB5E5FB0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附件按类别组织，提交后保留版本与确认记录。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31C99-67EE-4C92-B2C9-0F6379D7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实验合成输入；原企业PPT字节与版式未恢复。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C02DC-B302-448B-99E0-07786CE7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537101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F026E-5C9B-42D8-870A-A7C3715C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15951-7399-4301-A4A7-5340EB55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专家评审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ACE1B-43DB-492F-AE48-667615D8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按技术可行性、应用需求和验证计划记录意见。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F59D1-C2DF-4E60-9A1D-825FCF21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评审资料与结论保持对应，支持补充材料。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FCB60-16A2-420F-9B54-3C436EC2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实验合成输入；原企业PPT字节与版式未恢复。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D9F42-5858-4946-859C-AF3D9EB7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909154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04C76-B4B0-4EFA-A3E1-8474514C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0A019-69C2-4330-929D-32F4FA8C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过程管理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AA30D-AFDC-43B0-BC91-F0E2B4EE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按里程碑登记计划、执行情况和交付物。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ED93A-F66D-4B65-A1D8-0D55BA3F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项目变更需要保留原因、影响和确认记录。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171E5-2884-4B74-9935-DCE07583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实验合成输入；原企业PPT字节与版式未恢复。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E5988-1E37-4E16-BAD0-D1D7D9CE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588579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B6011-89D1-4931-B059-27249AF7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DFC40-741B-439F-A212-A26BD55B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经费与成果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7DBA89-33F7-4B2E-83BA-047FF2B5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经费记录包含类别、用途、日期和金额。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1E2F3-2735-4887-A713-02FDD392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阶段成果包含验证报告、演示材料和成果清单。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6F33B-93CC-4CF7-9386-E05C97F6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实验合成输入；原企业PPT字节与版式未恢复。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E48A9-489D-45B1-B4AE-4EE2918C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995562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DD14A-205D-42F6-BD0A-EB12AF4B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19634-400A-4FB4-8943-9EC988F1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资料追溯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8EF89-557F-4E88-A875-289CB743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关联项目申报、评审意见和过程资料。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324C6-C437-45DF-8E8C-D6F74C02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将原始材料与后续版本区分保存。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21266-3AD4-4CC3-A4B7-9FC63B81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实验合成输入；原企业PPT字节与版式未恢复。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02878-2381-4D66-8011-B79077E1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176773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2026-10-08T11:08:27.0020000Z</dcterms:created>
  <dcterms:modified xsi:type="dcterms:W3CDTF">2026-10-08T11:08:27.0020000Z</dcterms:modified>
</coreProperties>
</file>