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2e791e37454dff" /><Relationship Type="http://schemas.openxmlformats.org/officeDocument/2006/relationships/extended-properties" Target="/docProps/app.xml" Id="Rbdee7d20bf534b6d" /><Relationship Type="http://schemas.openxmlformats.org/officeDocument/2006/relationships/officeDocument" Target="/ppt/presentation.xml" Id="Rfae7570e07294d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a37c0548040fd"/>
  </p:sldMasterIdLst>
  <p:notesMasterIdLst>
    <p:notesMasterId xmlns:r="http://schemas.openxmlformats.org/officeDocument/2006/relationships" r:id="Rd13ae6f790dd4ef8"/>
  </p:notesMasterIdLst>
  <p:sldIdLst>
    <p:sldId xmlns:r="http://schemas.openxmlformats.org/officeDocument/2006/relationships" id="256" r:id="Rb852e13d682f418f"/>
    <p:sldId xmlns:r="http://schemas.openxmlformats.org/officeDocument/2006/relationships" id="257" r:id="R030f49c80d8040c1"/>
    <p:sldId xmlns:r="http://schemas.openxmlformats.org/officeDocument/2006/relationships" id="258" r:id="R8cdff23a28ff46fc"/>
    <p:sldId xmlns:r="http://schemas.openxmlformats.org/officeDocument/2006/relationships" id="259" r:id="Rc07824271b16492d"/>
    <p:sldId xmlns:r="http://schemas.openxmlformats.org/officeDocument/2006/relationships" id="260" r:id="R7c1618a0b03f45c6"/>
    <p:sldId xmlns:r="http://schemas.openxmlformats.org/officeDocument/2006/relationships" id="261" r:id="Rb7acdcc5b3c3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4287e5a8e46ec" /><Relationship Type="http://schemas.openxmlformats.org/officeDocument/2006/relationships/slideMaster" Target="/ppt/slideMasters/slideMaster1.xml" Id="R824a37c0548040fd" /><Relationship Type="http://schemas.openxmlformats.org/officeDocument/2006/relationships/notesMaster" Target="/ppt/notesMasters/notesMaster1.xml" Id="Rd13ae6f790dd4ef8" /><Relationship Type="http://schemas.openxmlformats.org/officeDocument/2006/relationships/presProps" Target="/ppt/presProps.xml" Id="Rcf32b01679954029" /><Relationship Type="http://schemas.openxmlformats.org/officeDocument/2006/relationships/tableStyles" Target="/ppt/tableStyles.xml" Id="R4d5421521f0a40c7" /><Relationship Type="http://schemas.openxmlformats.org/officeDocument/2006/relationships/slide" Target="/ppt/slides/slide1.xml" Id="Rb852e13d682f418f" /><Relationship Type="http://schemas.openxmlformats.org/officeDocument/2006/relationships/slide" Target="/ppt/slides/slide2.xml" Id="R030f49c80d8040c1" /><Relationship Type="http://schemas.openxmlformats.org/officeDocument/2006/relationships/slide" Target="/ppt/slides/slide3.xml" Id="R8cdff23a28ff46fc" /><Relationship Type="http://schemas.openxmlformats.org/officeDocument/2006/relationships/slide" Target="/ppt/slides/slide4.xml" Id="Rc07824271b16492d" /><Relationship Type="http://schemas.openxmlformats.org/officeDocument/2006/relationships/slide" Target="/ppt/slides/slide5.xml" Id="R7c1618a0b03f45c6" /><Relationship Type="http://schemas.openxmlformats.org/officeDocument/2006/relationships/slide" Target="/ppt/slides/slide6.xml" Id="Rb7acdcc5b3c3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c28b5bc4541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751ffa27114c16" /><Relationship Type="http://schemas.openxmlformats.org/officeDocument/2006/relationships/notesMaster" Target="/ppt/notesMasters/notesMaster1.xml" Id="R914d0d53a0a64f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b3c3b9493643e6" /><Relationship Type="http://schemas.openxmlformats.org/officeDocument/2006/relationships/notesMaster" Target="/ppt/notesMasters/notesMaster1.xml" Id="Reeedcd40ce9543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76ebba69e4743" /><Relationship Type="http://schemas.openxmlformats.org/officeDocument/2006/relationships/notesMaster" Target="/ppt/notesMasters/notesMaster1.xml" Id="R31f667cdb5b142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1e17b7a08470a" /><Relationship Type="http://schemas.openxmlformats.org/officeDocument/2006/relationships/notesMaster" Target="/ppt/notesMasters/notesMaster1.xml" Id="Rae46c6a27efd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3e6d8402045f8" /><Relationship Type="http://schemas.openxmlformats.org/officeDocument/2006/relationships/notesMaster" Target="/ppt/notesMasters/notesMaster1.xml" Id="Rebe32a26147448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2b699368184288" /><Relationship Type="http://schemas.openxmlformats.org/officeDocument/2006/relationships/notesMaster" Target="/ppt/notesMasters/notesMaster1.xml" Id="R7eb20c083fac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来源：本source原用户需求与具名文件用途。明确合成资料；不使用历史AI回答作为目标答案。未知项：原PPT产品名称/性能数字/品牌图像没有原user明示；本文件为受控企业平台模拟介绍，不认证历史同版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来源：本source原用户需求与具名文件用途。明确合成资料；不使用历史AI回答作为目标答案。未知项：原PPT产品名称/性能数字/品牌图像没有原user明示；本文件为受控企业平台模拟介绍，不认证历史同版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来源：本source原用户需求与具名文件用途。明确合成资料；不使用历史AI回答作为目标答案。未知项：原PPT产品名称/性能数字/品牌图像没有原user明示；本文件为受控企业平台模拟介绍，不认证历史同版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来源：本source原用户需求与具名文件用途。明确合成资料；不使用历史AI回答作为目标答案。未知项：原PPT产品名称/性能数字/品牌图像没有原user明示；本文件为受控企业平台模拟介绍，不认证历史同版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来源：本source原用户需求与具名文件用途。明确合成资料；不使用历史AI回答作为目标答案。未知项：原PPT产品名称/性能数字/品牌图像没有原user明示；本文件为受控企业平台模拟介绍，不认证历史同版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来源：本source原用户需求与具名文件用途。明确合成资料；不使用历史AI回答作为目标答案。未知项：原PPT产品名称/性能数字/品牌图像没有原user明示；本文件为受控企业平台模拟介绍，不认证历史同版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2b6fbb0b448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b304bfb270465c" /><Relationship Type="http://schemas.openxmlformats.org/officeDocument/2006/relationships/slideLayout" Target="/ppt/slideLayouts/slideLayout1.xml" Id="R39826a5f692a47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26a5f692a47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2cfb95bf14b4b" /><Relationship Type="http://schemas.openxmlformats.org/officeDocument/2006/relationships/notesSlide" Target="/ppt/notesSlides/notesSlide1.xml" Id="R16afed648cef45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fa9e676434f99" /><Relationship Type="http://schemas.openxmlformats.org/officeDocument/2006/relationships/notesSlide" Target="/ppt/notesSlides/notesSlide2.xml" Id="Rf8131812c40b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587fae0874bf6" /><Relationship Type="http://schemas.openxmlformats.org/officeDocument/2006/relationships/notesSlide" Target="/ppt/notesSlides/notesSlide3.xml" Id="R691dfe39de63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611a550b94358" /><Relationship Type="http://schemas.openxmlformats.org/officeDocument/2006/relationships/notesSlide" Target="/ppt/notesSlides/notesSlide4.xml" Id="Rda97fc862c0f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e5c5b3aa7411a" /><Relationship Type="http://schemas.openxmlformats.org/officeDocument/2006/relationships/notesSlide" Target="/ppt/notesSlides/notesSlide5.xml" Id="Rac088f0ec04c48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e9085f69d4fd6" /><Relationship Type="http://schemas.openxmlformats.org/officeDocument/2006/relationships/notesSlide" Target="/ppt/notesSlides/notesSlide6.xml" Id="R79dcbb2a4e2547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29A7E-7606-45B5-9575-304348A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2A4ED-E8AE-4335-B44A-B77B9DFA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平台定位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A3D2-5C41-4064-B67A-52E01A9D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面向企业知识检索、文档处理与协作任务的实验平台。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F8AE6-C16A-44EF-90CD-1B034978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把重复的信息整理工作转成可检查的流程。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87A53-8006-4981-A4B2-7DEA602D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6351F-599E-40CB-BA68-D1A2B06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1919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75DB-9DC1-4015-9CBA-7B7FD6B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7D2DE-9048-440A-BF6D-FDD5A761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知识与文件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629EC-7C41-4D6B-A27A-50E3D2D9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导入企业文档并建立任务相关资料目录。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DC622-4D89-4DF5-9646-3A1D6F39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处理常见PDF、Word、表格与演示材料。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3A4A2-97B2-401B-BF86-E28B15F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AAD55-F658-47F3-8513-1F6B2EBF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6200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E2E31-7B6F-4551-9E01-00B559B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8A143-7212-4DEC-AD9C-9C46ACC3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业务协作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7BAC7-DB9F-4E0C-A7B0-620A57AA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统一接收任务需求并记录执行步骤。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F8220-70C8-4626-9705-E9030EE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支持文件、文档链接和结果的集中整理。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0A750-7401-4E13-A520-E21832EB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AFAAE-2684-4262-B615-81AE9DAA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551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881B6-2CE4-4225-AC72-758FEA1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EFCE1-AA17-42BE-B331-5A4F0D11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任务可追溯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014B-8610-409F-93DA-6C29A86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保留用户需求、输入版本与生成结果。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C1AD7-E4A2-4022-AF23-FFDC746A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结果与依据对应，便于复核和交接。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74546-14B0-40F4-8392-04CDD63E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39BE2-827D-493E-B1E1-110D396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4848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8B9D3-A9AB-4F91-90AE-0B561C14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25B99-80D0-49E4-B31C-0734A8C3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试点方式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AF1CF-DFCB-4227-8739-62A61F0A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从一个具体业务场景开始准备资料和工具。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EF2F8-723C-4984-8A06-1A00A672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验证完成质量后再扩展到其他部门。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401B7-D9F3-484F-A2D8-6A7C5659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BB419-D27B-4373-BE23-95161A45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0759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C417A-4947-466C-961F-DD791121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E3BB0-EC02-47C2-AFA3-9272E40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联系与演示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6F619-51C5-4E93-9B96-F8F48AA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可通过企业微信获取实验演示与方案沟通。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6B1C6-2ECF-42F7-A11D-EC5F61A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接收对象和二维码由实际连接账户配置。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D2F43-E7BA-4C8D-96DC-4ED0F337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0CA36-86AD-4B49-91F5-8E23DA27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6368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2026-10-08T11:08:20.4350000Z</dcterms:created>
  <dcterms:modified xsi:type="dcterms:W3CDTF">2026-10-08T11:08:20.4350000Z</dcterms:modified>
</coreProperties>
</file>