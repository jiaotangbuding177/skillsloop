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f05c1964ae495b" /><Relationship Type="http://schemas.openxmlformats.org/officeDocument/2006/relationships/extended-properties" Target="/docProps/app.xml" Id="R455f6660f0ee4472" /><Relationship Type="http://schemas.openxmlformats.org/officeDocument/2006/relationships/officeDocument" Target="/ppt/presentation.xml" Id="R2cfc810293da42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ba035a0af54ba1"/>
  </p:sldMasterIdLst>
  <p:notesMasterIdLst>
    <p:notesMasterId xmlns:r="http://schemas.openxmlformats.org/officeDocument/2006/relationships" r:id="Rb6f9ea1c02a149e6"/>
  </p:notesMasterIdLst>
  <p:sldIdLst>
    <p:sldId xmlns:r="http://schemas.openxmlformats.org/officeDocument/2006/relationships" id="256" r:id="R6657d48e26274160"/>
    <p:sldId xmlns:r="http://schemas.openxmlformats.org/officeDocument/2006/relationships" id="257" r:id="R892c2191b7924232"/>
    <p:sldId xmlns:r="http://schemas.openxmlformats.org/officeDocument/2006/relationships" id="258" r:id="Rdf19d7dbeb434b81"/>
    <p:sldId xmlns:r="http://schemas.openxmlformats.org/officeDocument/2006/relationships" id="259" r:id="R31af57d4e9654c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c98e75ad69448d" /><Relationship Type="http://schemas.openxmlformats.org/officeDocument/2006/relationships/slideMaster" Target="/ppt/slideMasters/slideMaster1.xml" Id="R03ba035a0af54ba1" /><Relationship Type="http://schemas.openxmlformats.org/officeDocument/2006/relationships/notesMaster" Target="/ppt/notesMasters/notesMaster1.xml" Id="Rb6f9ea1c02a149e6" /><Relationship Type="http://schemas.openxmlformats.org/officeDocument/2006/relationships/presProps" Target="/ppt/presProps.xml" Id="Re8a02a9996994fb8" /><Relationship Type="http://schemas.openxmlformats.org/officeDocument/2006/relationships/tableStyles" Target="/ppt/tableStyles.xml" Id="Rfa55319f15ff468f" /><Relationship Type="http://schemas.openxmlformats.org/officeDocument/2006/relationships/slide" Target="/ppt/slides/slide1.xml" Id="R6657d48e26274160" /><Relationship Type="http://schemas.openxmlformats.org/officeDocument/2006/relationships/slide" Target="/ppt/slides/slide2.xml" Id="R892c2191b7924232" /><Relationship Type="http://schemas.openxmlformats.org/officeDocument/2006/relationships/slide" Target="/ppt/slides/slide3.xml" Id="Rdf19d7dbeb434b81" /><Relationship Type="http://schemas.openxmlformats.org/officeDocument/2006/relationships/slide" Target="/ppt/slides/slide4.xml" Id="R31af57d4e9654c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99bb802d7840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a2358f51e94209" /><Relationship Type="http://schemas.openxmlformats.org/officeDocument/2006/relationships/notesMaster" Target="/ppt/notesMasters/notesMaster1.xml" Id="R62386482bc4d4b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f2b21ccd6a4801" /><Relationship Type="http://schemas.openxmlformats.org/officeDocument/2006/relationships/notesMaster" Target="/ppt/notesMasters/notesMaster1.xml" Id="Rd7bd6fd0ca424f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fc172def524606" /><Relationship Type="http://schemas.openxmlformats.org/officeDocument/2006/relationships/notesMaster" Target="/ppt/notesMasters/notesMaster1.xml" Id="Rf13a7c1efbb041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7eb32ddc8145a8" /><Relationship Type="http://schemas.openxmlformats.org/officeDocument/2006/relationships/notesMaster" Target="/ppt/notesMasters/notesMaster1.xml" Id="Rf7907466f83849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完整来源原人类输入所要求的文件用途。原文件字节未知，明确合成初始输入。原正文未提供的数字与情形均为实验设置。此文件不使用历史AI回复。未知：原四/五页版式、索塔科技原披露指标、其它真实历史数字未恢复；目标和额外比率为实验设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完整来源原人类输入所要求的文件用途。原文件字节未知，明确合成初始输入。原正文未提供的数字与情形均为实验设置。此文件不使用历史AI回复。未知：原四/五页版式、索塔科技原披露指标、其它真实历史数字未恢复；目标和额外比率为实验设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完整来源原人类输入所要求的文件用途。原文件字节未知，明确合成初始输入。原正文未提供的数字与情形均为实验设置。此文件不使用历史AI回复。未知：原四/五页版式、索塔科技原披露指标、其它真实历史数字未恢复；目标和额外比率为实验设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完整来源原人类输入所要求的文件用途。原文件字节未知，明确合成初始输入。原正文未提供的数字与情形均为实验设置。此文件不使用历史AI回复。未知：原四/五页版式、索塔科技原披露指标、其它真实历史数字未恢复；目标和额外比率为实验设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e7ada1c81a42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60ad9fee674567" /><Relationship Type="http://schemas.openxmlformats.org/officeDocument/2006/relationships/slideLayout" Target="/ppt/slideLayouts/slideLayout1.xml" Id="R233895771bdf4b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3895771bdf4b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f02ad18fa4be0" /><Relationship Type="http://schemas.openxmlformats.org/officeDocument/2006/relationships/notesSlide" Target="/ppt/notesSlides/notesSlide1.xml" Id="R392753d7e5df4e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510bac21774a3b" /><Relationship Type="http://schemas.openxmlformats.org/officeDocument/2006/relationships/notesSlide" Target="/ppt/notesSlides/notesSlide2.xml" Id="Re3ea7d564f024a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66699674ec4e40" /><Relationship Type="http://schemas.openxmlformats.org/officeDocument/2006/relationships/notesSlide" Target="/ppt/notesSlides/notesSlide3.xml" Id="R205e5cb95e6b46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bb8b05d6a4e1b" /><Relationship Type="http://schemas.openxmlformats.org/officeDocument/2006/relationships/notesSlide" Target="/ppt/notesSlides/notesSlide4.xml" Id="Ra40a1f4427054d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31538-F2E1-497E-BCD7-7290161F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客户与收入规模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66750" y="1552575"/>
          <a:ext xmlns:a="http://schemas.openxmlformats.org/drawingml/2006/main" cx="10858500" cy="2209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2025（实验）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年度目标（实验）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器械客户数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器械收入（万元）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耗材收入（万元）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7B484E-1449-4383-9376-409A91DF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实验初始材料，原企业数字和版式未认证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7CA88-E61F-4DF4-BE74-3019A1C9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397595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49249-BF11-4D20-86DA-7F89ED1D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产品经营指标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66750" y="1552575"/>
          <a:ext xmlns:a="http://schemas.openxmlformats.org/drawingml/2006/main" cx="10858500" cy="2209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实验当前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实验目标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设备毛利率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耗材毛利率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续购客户比重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CF9A64-4AB4-4C07-88B8-1CB3EBC3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实验初始材料，原企业数字和版式未认证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6535E4-9788-4DFA-B7AB-C907496A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351408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1EC3E4-B8CB-48BA-93F4-9FD71636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预期利润表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905000"/>
          <a:ext xmlns:a="http://schemas.openxmlformats.org/drawingml/2006/main" cx="10858500" cy="3867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科目（万元）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保守目标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发展目标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营业收入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营业成本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2184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销售费用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管理费用（含研发）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财务费用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税前利润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E79B6B-8CAB-40CA-A1FC-007AD969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04925"/>
            <a:ext cx="1080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实验预测管理费用包含研发费用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5B8A36-8C82-448E-B0CB-8F2CF8C4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实验初始材料，原企业数字和版式未认证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56FF43-E5DB-43D8-8F2C-BA944C7B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23541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DE618-DED2-48C1-8CB5-E1BCBD0B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上半年财务记录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66750" y="2257425"/>
          <a:ext xmlns:a="http://schemas.openxmlformats.org/drawingml/2006/main" cx="10858500" cy="3933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49172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科目（万元）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2026上半年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全年预测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营业收入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营业成本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税金及附加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销售费用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管理费用（含研发）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財务费用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净利润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1AD9AF-258E-4661-85F6-26965B08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04925"/>
            <a:ext cx="1080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收入确认滞后：待核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F2881-68B9-43ED-B4F6-EDF08547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1080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初始页面保留该文本，供第0轮按要求删除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754EF3-94D5-49EE-9DA8-0F660F2A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实验初始材料，原企业数字和版式未认证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FDC6B7-953C-4253-9F86-BDC4E763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154182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2026-10-08T13:42:25.4520000Z</dcterms:created>
  <dcterms:modified xsi:type="dcterms:W3CDTF">2026-10-08T13:42:25.4520000Z</dcterms:modified>
</coreProperties>
</file>