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获批拨投结合项目资金成立实体公司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10余家科研院所应用验证技术成果获行业高度认可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江苏省产研院重大转化项目获千万级资金支持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产业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转化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科研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应用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项目公司“南京济磁再康医疗科技有限公司”于2024年12月在江北新区生物医药谷正式成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立,全面开启产业化运营新阶段。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公司股权架构搭建完成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孙剑飞(含部分预留股权激励)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合计持有 58%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核心合伙人A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20%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核心合伙人B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12%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核心合伙人C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5%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核心合伙人D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5%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创始人:孙剑飞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直接持股 20%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南京济磁再康管理咨询合伙企业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(有限合伙-员工持股平台)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持股平台 70%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江苏省产业研究院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战略投资 5%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江北新区科技投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战略投资 5%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南京济磁再康医疗科技有限公司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显微精准磁刺激智能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闭环治疗系统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孙剑飞 总经理/研究员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南京济磁再康医疗科技有限公司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2026年6月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精准医疗 · 科技创新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核心团队搭建完成 - 核心团队成员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技术骨干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运营骨干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市场推广骨干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技术骨干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技术支持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注册认证专家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张琦(全职)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曾任剑桥大学南京科技创新中心项目总监及大型国际科技公司(世界500强)高级项目经理;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高级技术经理人;上海交大安泰经管学院技术转移专业硕士。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负责公司日常运营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开思琪(全职)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曾任正大天晴药业、江苏先声药业产品经理/品牌专员等,具有丰富的市场推广和品牌策划经验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负责产品市场推广和品牌策划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舒剑(兼职)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全国医用电器标委会委员,国标GB 9706.1-2020主要起草人,苏州市医疗器械行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业协会特聘专家、法规部主任。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负责产品注册及认证规划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陈武(兼职)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国家优青,东南大学电能技术与装备研究所所长,获教育部自然科学一等奖、江苏省科技进步一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等奖等。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负责电磁设备研制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曾丽华(全职)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曾任空军军医大学军事预防医学系放射医学教研室副教授/副主任。大动物临床前试验和临床研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究专家。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负责产品质量、认证、动物和临床实验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祁超(兼职)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苏州大江医疗公司研发总监。拥有多年医疗设备开发经验。熟悉产品的构成、工作原理及使用。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负责产品生产及质控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