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南京酷灵商业计划资料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医疗辅助装备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对象与边界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文件名明确公司及BP版本。原产品、病种、参数和临床证据未知；本稿只提供医疗辅助装备比较用实验结构，不冒充原技术。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实验产品模块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示例模块：刺激执行单元、位置记录、训练记录台；具体刺激介质不预设，临床适应症字段保持待提供。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工程指标样例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实验重复定位误差2毫米，连续运行60分钟；数值仅为沙箱测试参数，不是厂家性能。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产业化材料起点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原注册证、真实试验、成本和销量均未取得；有待评估的实验问题为一致性测试、生产批次记录、维护流程。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