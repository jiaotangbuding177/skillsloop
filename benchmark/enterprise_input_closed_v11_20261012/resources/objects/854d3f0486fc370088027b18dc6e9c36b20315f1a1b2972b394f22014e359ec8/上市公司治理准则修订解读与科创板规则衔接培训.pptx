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44ce4ebc14294" /><Relationship Type="http://schemas.openxmlformats.org/officeDocument/2006/relationships/extended-properties" Target="/docProps/app.xml" Id="Rf3dc855d74de4081" /><Relationship Type="http://schemas.openxmlformats.org/officeDocument/2006/relationships/officeDocument" Target="/ppt/presentation.xml" Id="Rdfd31ae0dd0b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42b72e74484af8"/>
  </p:sldMasterIdLst>
  <p:notesMasterIdLst>
    <p:notesMasterId xmlns:r="http://schemas.openxmlformats.org/officeDocument/2006/relationships" r:id="R62b2cc660b4347c7"/>
  </p:notesMasterIdLst>
  <p:sldIdLst>
    <p:sldId xmlns:r="http://schemas.openxmlformats.org/officeDocument/2006/relationships" id="256" r:id="Raf70500142044123"/>
    <p:sldId xmlns:r="http://schemas.openxmlformats.org/officeDocument/2006/relationships" id="257" r:id="R5da190fe2f4f4f9d"/>
    <p:sldId xmlns:r="http://schemas.openxmlformats.org/officeDocument/2006/relationships" id="258" r:id="Rac27a6fe89fb48e2"/>
    <p:sldId xmlns:r="http://schemas.openxmlformats.org/officeDocument/2006/relationships" id="259" r:id="Rac899e53014a4d0a"/>
    <p:sldId xmlns:r="http://schemas.openxmlformats.org/officeDocument/2006/relationships" id="260" r:id="Ra3c7e1779d3f443b"/>
    <p:sldId xmlns:r="http://schemas.openxmlformats.org/officeDocument/2006/relationships" id="261" r:id="R81aecd051a924e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2ce8a49ae4bca" /><Relationship Type="http://schemas.openxmlformats.org/officeDocument/2006/relationships/slideMaster" Target="/ppt/slideMasters/slideMaster1.xml" Id="Re542b72e74484af8" /><Relationship Type="http://schemas.openxmlformats.org/officeDocument/2006/relationships/notesMaster" Target="/ppt/notesMasters/notesMaster1.xml" Id="R62b2cc660b4347c7" /><Relationship Type="http://schemas.openxmlformats.org/officeDocument/2006/relationships/presProps" Target="/ppt/presProps.xml" Id="Rc6c012ffa15946e7" /><Relationship Type="http://schemas.openxmlformats.org/officeDocument/2006/relationships/tableStyles" Target="/ppt/tableStyles.xml" Id="Rd5c7297a68f24566" /><Relationship Type="http://schemas.openxmlformats.org/officeDocument/2006/relationships/slide" Target="/ppt/slides/slide1.xml" Id="Raf70500142044123" /><Relationship Type="http://schemas.openxmlformats.org/officeDocument/2006/relationships/slide" Target="/ppt/slides/slide2.xml" Id="R5da190fe2f4f4f9d" /><Relationship Type="http://schemas.openxmlformats.org/officeDocument/2006/relationships/slide" Target="/ppt/slides/slide3.xml" Id="Rac27a6fe89fb48e2" /><Relationship Type="http://schemas.openxmlformats.org/officeDocument/2006/relationships/slide" Target="/ppt/slides/slide4.xml" Id="Rac899e53014a4d0a" /><Relationship Type="http://schemas.openxmlformats.org/officeDocument/2006/relationships/slide" Target="/ppt/slides/slide5.xml" Id="Ra3c7e1779d3f443b" /><Relationship Type="http://schemas.openxmlformats.org/officeDocument/2006/relationships/slide" Target="/ppt/slides/slide6.xml" Id="R81aecd051a924e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6e69647e9c47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ddac07dded48ba" /><Relationship Type="http://schemas.openxmlformats.org/officeDocument/2006/relationships/notesMaster" Target="/ppt/notesMasters/notesMaster1.xml" Id="Rb132792cb0f443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9cbcb1e55d4d89" /><Relationship Type="http://schemas.openxmlformats.org/officeDocument/2006/relationships/notesMaster" Target="/ppt/notesMasters/notesMaster1.xml" Id="R3a39d21d972048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cc12b4ac64f43" /><Relationship Type="http://schemas.openxmlformats.org/officeDocument/2006/relationships/notesMaster" Target="/ppt/notesMasters/notesMaster1.xml" Id="R576957e2bb91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a2c3e1c1ae4917" /><Relationship Type="http://schemas.openxmlformats.org/officeDocument/2006/relationships/notesMaster" Target="/ppt/notesMasters/notesMaster1.xml" Id="Rb462a3df7307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c27cc35369418e" /><Relationship Type="http://schemas.openxmlformats.org/officeDocument/2006/relationships/notesMaster" Target="/ppt/notesMasters/notesMaster1.xml" Id="R4f0c448e30804f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3aedd70837455d" /><Relationship Type="http://schemas.openxmlformats.org/officeDocument/2006/relationships/notesMaster" Target="/ppt/notesMasters/notesMaster1.xml" Id="Re080f118b139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22394db4a48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67569c8054bbf" /><Relationship Type="http://schemas.openxmlformats.org/officeDocument/2006/relationships/slideLayout" Target="/ppt/slideLayouts/slideLayout1.xml" Id="Re414e9a2bd5f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4e9a2bd5f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8780ddd9347c3" /><Relationship Type="http://schemas.openxmlformats.org/officeDocument/2006/relationships/notesSlide" Target="/ppt/notesSlides/notesSlide1.xml" Id="R998fd20a6ec248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ceedb5cbf4874" /><Relationship Type="http://schemas.openxmlformats.org/officeDocument/2006/relationships/notesSlide" Target="/ppt/notesSlides/notesSlide2.xml" Id="R8d0fdbfd877446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69b011a4b4c8d" /><Relationship Type="http://schemas.openxmlformats.org/officeDocument/2006/relationships/notesSlide" Target="/ppt/notesSlides/notesSlide3.xml" Id="Raf115cb2d1a447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6fc5f73bb4c22" /><Relationship Type="http://schemas.openxmlformats.org/officeDocument/2006/relationships/notesSlide" Target="/ppt/notesSlides/notesSlide4.xml" Id="R189a0c88a86741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e6c3021784b4d" /><Relationship Type="http://schemas.openxmlformats.org/officeDocument/2006/relationships/notesSlide" Target="/ppt/notesSlides/notesSlide5.xml" Id="Rb90e607ed60e43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698e4249148c6" /><Relationship Type="http://schemas.openxmlformats.org/officeDocument/2006/relationships/notesSlide" Target="/ppt/notesSlides/notesSlide6.xml" Id="R19abf186c2b549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BDB16-9CA0-4721-B0C0-8DE8B607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上市公司治理与规则衔接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376ED-F031-4F50-94BD-B27C435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实验初始PPT模板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BB9E1-65C8-482E-BD35-422B863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待改为用户要求的劳动用工培训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3FCA1-C5C0-4BD0-8056-4E12E3D4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4BC7C-3364-4F69-AD2F-F44B1F4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2937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FE3A2-416D-474E-826E-76611C43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培训议程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47F22-1301-474D-8A12-05657D0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公司治理、议事记录、规则衔接及案例讨论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8FCC5-8AB3-4B28-8347-58E2CACD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本版尚未生成入职、试用期、体检和离职处理答案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1720C-B863-457C-8821-BA2E680D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B84AF-6909-4B87-ADD3-06D0DE51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3235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E9C4F-645C-4BC5-8DDD-AE3EF525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治理资料核验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待核版本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议事规则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章程及内部制度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信息披露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报告与通知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董事高管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资格与履职材料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AE265-7CED-46CF-99AD-40BF9113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428A2-7371-433D-AE05-EA04FD5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2482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35F48-F5BB-4282-8BDF-456A019E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规则比较版式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原版本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更新版本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实操记录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93056-8EFC-4ED6-BBE3-373AB27F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FA78F-C553-428D-B0A7-9230566D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57470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FCA86-4258-446C-8135-61929E25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案例讨论页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98FB1-5FED-4360-8CBC-62CF947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案例背景：__________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CD6AC-0AD1-454C-9A33-3D81616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操作记录及证据：__________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8A168-AE64-4B78-A5F5-2E307FA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法律条文和生效版本：待官方核验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8D5F7-3D18-409D-BCEB-0B522607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DE1F0-C421-4EED-9F7D-A2B46220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0004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8E336-CD6A-4D2B-B317-D5B775A3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讲义与问答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5EA77-4F56-4518-B278-59932044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培训日期、人员、问答记录及参考材料留空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351A6-BC2A-4C37-B512-5ED990C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原模板颜色、图像、法律引文和讲师资料未知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3DF42-8C64-4727-814F-0AF14F5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86A45-4A3A-42B0-BF26-121DFAA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90513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2026-10-08T13:31:08.7760000Z</dcterms:created>
  <dcterms:modified xsi:type="dcterms:W3CDTF">2026-10-08T13:31:08.7760000Z</dcterms:modified>
</coreProperties>
</file>