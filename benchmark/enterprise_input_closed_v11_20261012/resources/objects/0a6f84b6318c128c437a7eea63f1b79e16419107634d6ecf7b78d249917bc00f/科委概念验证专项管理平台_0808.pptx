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科委概念验证专项管理平台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项目管理平台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平台对象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由文件名确认概念验证专项管理资料；真实页面和接口未取得。本稿给出可讲解的实验产品功能。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当前功能页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项目登记、资料收集、评审安排、里程碑记录、经费台账、结项归档六个页面。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示例操作路径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登记实验项目 → 上传三份材料 → 标记评审时间 → 记录试制阶段 → 导出项目清单；不预先生成客户逐字稿。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试用对象与范围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三个虚构项目用于演示，所有项目名称、账号及预算均为实验资料；没有真实用户、评审或审批记录。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