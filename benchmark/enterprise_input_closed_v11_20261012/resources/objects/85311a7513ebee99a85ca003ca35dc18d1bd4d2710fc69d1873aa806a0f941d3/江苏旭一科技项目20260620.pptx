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江苏旭一科技项目介绍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待核实产业项目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身份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文件名明确江苏旭一科技；原行业与产品正文缺失。实验对象设置为技术产品开发项目，不替公司断言真实业务。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资料结构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一份产品需求清单、一份试制步骤记录、一份成本明细样例；便于项目资料抽取及产业化问题讨论。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实验工作包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需求记录、台架试制、质量检查、样品交接四个阶段；只给输入现状，不写成已经实施的整改。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原字段未知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联系人、电话、地点、专利、产品认证、营收与融资状态均待原资料；实验金额和状态另列明确假设。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实验数据附页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实验年度材料（非原企业经营事实）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 300万元；直接成本 180万元；期间费用 100万元。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经营结果 = 300 − 180 − 100 = 20万元。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示例验证预算 100万元 = 试制40 + 检测30 + 样品20 + 记录10。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