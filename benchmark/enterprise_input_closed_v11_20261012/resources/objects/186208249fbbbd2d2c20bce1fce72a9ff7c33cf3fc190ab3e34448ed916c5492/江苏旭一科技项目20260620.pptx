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公司概况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目标公司:江苏旭一高科技有限公司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成立时间:2023年3月31日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核心产品:中空纤维分子筛膜与成套装备技术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应用领域:主要用于溶剂脱水和气体分离,包括:燃料乙醇生产、溶剂资源回用、高纯溶剂生产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、天然气脱碳、天然气管网输氢、正异构烷烃分离技术等。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融资情况:天使轮(南京未来产业天使基金、南京高校成果转化基金)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公司情况:现有在职员工48人,其中硕士及中级职称12人、博士及高级职称3人,技术依托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南京工业大学顾学红教授团队。荣获国家高新技术企业、江苏省科技型中小企业、南京江北新区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“灵雀”企业称号。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