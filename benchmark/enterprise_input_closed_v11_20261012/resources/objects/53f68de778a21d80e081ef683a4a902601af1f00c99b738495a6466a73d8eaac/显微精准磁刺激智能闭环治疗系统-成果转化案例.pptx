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显微精准磁刺激智能闭环治疗系统-成果转化案例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材料身份与主题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这是围绕显微精准磁刺激智能闭环治疗系统-成果转化案例生成的实验阅读替代材料，不是同名原论文，不使用虚构DOI、出版社、引文或作者结论。原公开资料是否可取得由独立资料检索步骤核验。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本材料设置一个可讨论的研究情境：组织在信息不完整时需要比较不同方案的成本、证据质量与实施条件。观察单位和时间窗口必须在分析前明确，以免将相关性解释为因果关系。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问题与变量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示例关注投入指标与结果测量之间的关系。投入可用时间或资源量表示，结果使用统一量表记录；同时收集样本来源、观测期和缺失原因。不同组的数据保持相同口径。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方法设计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采用两组重复测量的合成样本。分析前检查范围、重复和异常值；描述组别分布后，可比较均值差异及不确定性。所有数值都是实验素材，不能支持真实领域发现。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数据字典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样本编号表示记录身份；实验组为合成分组；观测期按季度记录；投入指标与测量值为连续变量；重复次数为3；缺失标记指示原始录入是否完整。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局限与可复现记录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合成数据没有现实采样代表性，变量关系由生成程序设定。任务可要求提取研究设计、做描述统计或改写论证，但不得称为已复现原论文。输入生成种子和来源哈希在旁车中登记。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