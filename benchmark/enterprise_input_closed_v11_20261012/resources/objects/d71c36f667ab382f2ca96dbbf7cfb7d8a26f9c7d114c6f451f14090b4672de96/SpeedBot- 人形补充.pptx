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SpeedBot人形补充资料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人形机器人附加模块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版本边界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这一补件从用户提出人形补充的上传轮次才提供，不能预种到初始简版BP。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人形示例结构为关节控制、姿态记录、视觉输入与任务日志；不填真实关节数量或硬件型号。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虚构任务为搬运轻型空盒和动作回放，记录循环次数与失败原因；没有真实客户案例。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补充原材料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提供模块说明和接口字段；本次运行再决定如何整合到BP，补件不含已整合的最终成品。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资料字段与当前缺口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原单位与团队、联系人电话、真实产品型号、真实专利与市场数据：未提供。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本输入仍为待整理、待比较或待编辑的原材料。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具体文字稿、优化BP、问答与建议由本次运行产生。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