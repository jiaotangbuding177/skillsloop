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科委概念验证专项管理平台_0812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实验合成输入：依原用户请求与文件名推断用途；不是原企业文件，不构成真实政策、人物履历或公开论文。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第1页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材料范围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科委概念验证专项管理平台_0812是供实验任务使用的业务输入，涵盖背景、现状、规则和待确认记录。本文件提供任务处理前的合成原始材料。分析、修改、总结及最终交付由运行中的 agent 完成。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第2页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业务现状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实验组织设业务、技术和运营三个部门。文件由负责人按月维护，每条事项记录日期、数量、金额与状态；数据尚未做用户要求的总结或调整。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第3页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处理流程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材料接收后先确认版本与字段完整性，再按事项类型流转。需要跨部门确认的记录保留待审核状态，修改需注明原因并保存原始输入。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第4页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记录口径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金额采用人民币，日期使用公历。数量与金额为合成值，不代表历史真实业务。缺失或模糊描述应保留说明，不能自行补为真实事实。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第5页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待确认事项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本批资料包含字段命名不一致、负责人待确认及日期格式不同等可处理问题。具体判断、重排、改写与输出由运行中的agent完成。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第6页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