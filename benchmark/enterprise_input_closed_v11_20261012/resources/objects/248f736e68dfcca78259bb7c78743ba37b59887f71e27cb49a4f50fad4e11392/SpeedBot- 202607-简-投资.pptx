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SpeedBot投资BP初始简版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机器人项目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输入身份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原文件名包含SpeedBot及202607简版。原正文和用户要求重试的更早上下文缺失。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实验项目结构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机器人平台示例包括移动执行模块、图像采集和任务记录；原模块说明与硬件参数未取得。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研发记录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虚构台架测试有三批，只记录时间和异常次数；真实产品、客户及销量待原文件。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实验财务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年度收入300、成本180、期间费用100万元，经营结果20万元；仅供BP阅读与页面编辑。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