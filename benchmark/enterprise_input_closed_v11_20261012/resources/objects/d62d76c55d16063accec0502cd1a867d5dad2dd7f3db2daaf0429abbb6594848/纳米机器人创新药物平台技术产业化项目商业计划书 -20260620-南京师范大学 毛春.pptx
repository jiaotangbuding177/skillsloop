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纳米机器人创新药物平台产业化项目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纳米载体与药物研发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项目、单位与联系人姓名仅依文件标题：南京师范大学、毛春。电话、实际职务和融资未知。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平台实验结构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示例结构为载体设计、载荷装配、表面功能化、体外递送测试与数据记录；不预设原靶标或病种。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实验研发记录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三批虚构载体样例，粒径记录为80、95、110纳米；仅供信息抽取和表格整理，不支持真实药效。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产业化资料起点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原动物试验、临床、专利和注册证缺失。实验材料保留生产一致性、储存条件与交付记录字段待评估。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