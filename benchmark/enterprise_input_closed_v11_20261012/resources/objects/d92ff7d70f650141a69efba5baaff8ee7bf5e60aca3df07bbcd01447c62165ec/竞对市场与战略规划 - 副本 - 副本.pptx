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竞对市场与战略规划 - 副本 - 副本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竞对市场与战略规划 - 副本 - 副本是供实验任务使用的业务输入，涵盖背景、现状、规则和待确认记录。本文件提供任务处理前的合成原始材料。分析、修改、总结及最终交付由运行中的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