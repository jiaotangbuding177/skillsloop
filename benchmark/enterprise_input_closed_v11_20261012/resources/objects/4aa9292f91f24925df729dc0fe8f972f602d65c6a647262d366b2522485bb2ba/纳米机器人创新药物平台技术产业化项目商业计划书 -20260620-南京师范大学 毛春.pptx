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 MitoRobot 项目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股权融资(A轮):拟出让10%股份,募集3000万元。重点引入具有纳米技术或心血管领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域投资经验的医疗专业基金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政府科研项目:申请国家及省部级自然科学基金重大研究计划、科技部“纳米前沿”重点专项,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争取1000-2000万元配套资金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产业合作:与大型医药/医疗器械公司探索联合开发,获取早期研发支持资金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4.2  资  金  筹  措  计  划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 MitoRobot 项目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本项目立足于最先进的纳米机器人技术与线粒体医学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交叉学科成果,致力于解决缺血性心脏病治疗中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最根本的“能量代谢障碍”问题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我们诚邀具备远见卓识的投资人加入,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共同开启心血管精准治疗的“纳米机器人创新药物时代”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 MitoRobot 项目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项目名称:A MitoRobot——基于人工线粒体纳米机器人技术的缺血性心脏病精准治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疗药物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核心产品:一种NO驱动的、可主动趋化并重构心肌细胞能量网络的纳米机器人系统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目标市场:全球缺血性心脏病药物市场,特别针对早期缺血性心脏病患者,防止其进展到心肌梗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死;也可用于急性心肌梗死再灌注治疗术后修复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融资需求:A轮融资三千万元人民币,用于核心技术转化、临床试验申报及临床一期试验验证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项目亮点:全球首创将“纳米机器人主动驱动力”与“线粒体能量代谢重构”相结合,实现从“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被动靶向”到“主动修复”的跨越,有望彻底逆转心肌能量匮乏这一核心病理环节。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   目   摘   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 MitoRobot 项目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核心技术:NO驱动的人工线粒体纳米机器人创新药物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本项目的技术架构基于人工线粒体概念和纳米机器人技术创新,并针对缺血性心脏病治疗应用进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行深度优化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仿生引擎系统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化学驱动:纳米机器人可在心肌梗死区域特殊化学物质高表达的刺激下,产生响应并形成趋化能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力,增强纳米机器人在粘稠心肌组织中的扩散和穿透能力;同时所释放的NO作为一种气体信号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分子,可抑制线粒体氧化磷酸化的过度激活,减轻再灌注损伤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人工线粒体功能模块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能量补给:封装具有生物活性的高能量官能团化合物,利用纳米机器人递送至受损心肌细胞。进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入细胞后,一方面释放的高能量官能团可参与ATP生成,一方面还可修复心肌细胞能量网络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自由基清除:纳米机器人本身具有ROS清除能力,在运动过程中实时中和病灶局部过量ROS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,保护周边健康心肌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2.1  核   心   技   术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重大疾病治疗用纳米机器人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创新药物(平台)技术产业化项目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项目负责人:毛春 博士/教授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2026年6月   南京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南京师范大学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生物医药功能材料国家地方联合工程研究中心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 MitoRobot 项目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未被满足的巨大临床需求:缺血性心脏病发展至终末期心力衰竭的5年死亡率高达50%。现有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标准治疗(如ACEI、β受体阻滞剂)仅能延缓心室重构,无法逆转已受损的心肌能量代谢。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临床上亟需一种能够从根本上提升心肌细胞ATP储备的治疗手段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技术迭代的必然性:传统纳米药物因肝脏和脾脏的网状内皮系统截留,到达心脏靶区的效率不足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1%。此外,由于心肌收缩力的存在,导致心肌给药难度加大。纳米机器人因其自主运动能力,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已被证实可以突破上述生物屏障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1.2  市   场   需   求   分   析 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