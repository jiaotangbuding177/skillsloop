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泥炭藓产业化项目原始路演资料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泥炭藓与碳汇材料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本文件是按原名称与当时用户需求制作的实验输入。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可供全文提取、页面修改、结构重排和Office转换。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原真实数据、图片、条款与历史版式另列未知。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项目主题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文件名与首轮原用户明确泥炭藓、碳汇及科技化创新合作框架。原产业指标、销售与技术正文未知。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实验业务素材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示例材料为培养批次、采收记录、基质样品和合作登记；不代替真实碳汇认证。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实验试制数据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虚构培养小试有三批，收获质量为12、14、13千克；只练习项目产品化资料整理。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投入记录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示例研究预算100万元，培养40、检测30、样品20、记录10万元；合计100。没有预写最终产品化战略。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实验数据附页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实验年度材料（非原企业经营事实）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收入 300万元；直接成本 180万元；期间费用 100万元。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经营结果 = 300 − 180 − 100 = 20万元。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示例验证预算 100万元 = 试制40 + 检测30 + 样品20 + 记录10。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实验模块示意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资料输入 → 处理记录 → 检查与交接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几何示意仅用于演示页面操作，原产品照片及原UI像素未恢复。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资料输入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处理记录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结果交接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