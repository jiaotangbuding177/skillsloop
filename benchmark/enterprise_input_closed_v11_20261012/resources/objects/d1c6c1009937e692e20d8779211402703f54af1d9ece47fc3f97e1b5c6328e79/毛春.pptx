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毛春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签约主体与项目范围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甲方为实验委托方，乙方为实验服务方。本协议草案围绕毛春提供业务材料收集、技术咨询与阶段方案讨论。双方均为虚构测试主体。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交付与验收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乙方按三个阶段提交需求记录、方案草案和实施建议。甲方在收到各阶段材料后五个工作日内书面反馈；存在实质缺陷的，乙方在合理期限内修改。未明确反馈不自动推定验收。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费用与支付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合同含税总价130000元。签署后支付30%，阶段方案确认后支付40%，全部验收后支付30%。超出约定范围的工作须另行书面确认费用。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双方义务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甲方提供合法来源的数据与必要业务说明；乙方对提交材料的完整性负责，明确记录尚待核实的假设。双方应各指定一名联络人并保留变更记录。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知识产权与保密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双方原有资料的权利仍归原权利人。项目专门形成的交付材料使用权按合同约定归甲方。非公开资料仅用于本项目，未经书面同意不得披露。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终止与违约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一方严重违约时，另一方可书面催告，给予十个工作日补救期限。终止时按已验收工作结算费用，返还未使用资料。违约损失须提供合理证明。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第7页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争议处理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双方优先协商，协商未果可向约定有管辖权的法院提起诉讼。此合成草案供实验文本修改，不构成法律建议。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第8页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