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20600ca1c47a0" /><Relationship Type="http://schemas.openxmlformats.org/officeDocument/2006/relationships/extended-properties" Target="/docProps/app.xml" Id="Rd54c84382e5b41d1" /><Relationship Type="http://schemas.openxmlformats.org/officeDocument/2006/relationships/officeDocument" Target="/ppt/presentation.xml" Id="R4ad5bd6bfebe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0e87ad1e2f42ca"/>
  </p:sldMasterIdLst>
  <p:notesMasterIdLst>
    <p:notesMasterId xmlns:r="http://schemas.openxmlformats.org/officeDocument/2006/relationships" r:id="R7ecc6b7aa481467a"/>
  </p:notesMasterIdLst>
  <p:sldIdLst>
    <p:sldId xmlns:r="http://schemas.openxmlformats.org/officeDocument/2006/relationships" id="256" r:id="Rdbf43556bc9d4d47"/>
    <p:sldId xmlns:r="http://schemas.openxmlformats.org/officeDocument/2006/relationships" id="257" r:id="R078cd9fa6cfe40be"/>
    <p:sldId xmlns:r="http://schemas.openxmlformats.org/officeDocument/2006/relationships" id="258" r:id="Raaf78af93148462e"/>
    <p:sldId xmlns:r="http://schemas.openxmlformats.org/officeDocument/2006/relationships" id="259" r:id="R9b68941f92ac4dcd"/>
    <p:sldId xmlns:r="http://schemas.openxmlformats.org/officeDocument/2006/relationships" id="260" r:id="R4488f136af204599"/>
    <p:sldId xmlns:r="http://schemas.openxmlformats.org/officeDocument/2006/relationships" id="261" r:id="Rb4ba7e9d3939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336bc60d0344ac" /><Relationship Type="http://schemas.openxmlformats.org/officeDocument/2006/relationships/slideMaster" Target="/ppt/slideMasters/slideMaster1.xml" Id="R260e87ad1e2f42ca" /><Relationship Type="http://schemas.openxmlformats.org/officeDocument/2006/relationships/notesMaster" Target="/ppt/notesMasters/notesMaster1.xml" Id="R7ecc6b7aa481467a" /><Relationship Type="http://schemas.openxmlformats.org/officeDocument/2006/relationships/presProps" Target="/ppt/presProps.xml" Id="Rb7fcfdde1d544a15" /><Relationship Type="http://schemas.openxmlformats.org/officeDocument/2006/relationships/tableStyles" Target="/ppt/tableStyles.xml" Id="R0d7df01c1274421a" /><Relationship Type="http://schemas.openxmlformats.org/officeDocument/2006/relationships/slide" Target="/ppt/slides/slide1.xml" Id="Rdbf43556bc9d4d47" /><Relationship Type="http://schemas.openxmlformats.org/officeDocument/2006/relationships/slide" Target="/ppt/slides/slide2.xml" Id="R078cd9fa6cfe40be" /><Relationship Type="http://schemas.openxmlformats.org/officeDocument/2006/relationships/slide" Target="/ppt/slides/slide3.xml" Id="Raaf78af93148462e" /><Relationship Type="http://schemas.openxmlformats.org/officeDocument/2006/relationships/slide" Target="/ppt/slides/slide4.xml" Id="R9b68941f92ac4dcd" /><Relationship Type="http://schemas.openxmlformats.org/officeDocument/2006/relationships/slide" Target="/ppt/slides/slide5.xml" Id="R4488f136af204599" /><Relationship Type="http://schemas.openxmlformats.org/officeDocument/2006/relationships/slide" Target="/ppt/slides/slide6.xml" Id="Rb4ba7e9d3939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edb257779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20cd9ff5a4db2" /><Relationship Type="http://schemas.openxmlformats.org/officeDocument/2006/relationships/notesMaster" Target="/ppt/notesMasters/notesMaster1.xml" Id="R9e6167cdafd1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0498b1f82e4383" /><Relationship Type="http://schemas.openxmlformats.org/officeDocument/2006/relationships/notesMaster" Target="/ppt/notesMasters/notesMaster1.xml" Id="Rf8716a3a5a58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4141b332224a0d" /><Relationship Type="http://schemas.openxmlformats.org/officeDocument/2006/relationships/notesMaster" Target="/ppt/notesMasters/notesMaster1.xml" Id="Rf2a693028b21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c77e7381e4b8e" /><Relationship Type="http://schemas.openxmlformats.org/officeDocument/2006/relationships/notesMaster" Target="/ppt/notesMasters/notesMaster1.xml" Id="R065cd051e748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a861a90e7f4859" /><Relationship Type="http://schemas.openxmlformats.org/officeDocument/2006/relationships/notesMaster" Target="/ppt/notesMasters/notesMaster1.xml" Id="R2325362b4ac9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cb0fe1b8bb4b89" /><Relationship Type="http://schemas.openxmlformats.org/officeDocument/2006/relationships/notesMaster" Target="/ppt/notesMasters/notesMaster1.xml" Id="R12d9fc08ec4a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1cea4ea41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11355e73344321" /><Relationship Type="http://schemas.openxmlformats.org/officeDocument/2006/relationships/slideLayout" Target="/ppt/slideLayouts/slideLayout1.xml" Id="R053956714bb7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956714bb7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0ee9fe894ce6" /><Relationship Type="http://schemas.openxmlformats.org/officeDocument/2006/relationships/notesSlide" Target="/ppt/notesSlides/notesSlide1.xml" Id="R9731b3a5186f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6452dbe8e40cc" /><Relationship Type="http://schemas.openxmlformats.org/officeDocument/2006/relationships/notesSlide" Target="/ppt/notesSlides/notesSlide2.xml" Id="R3a7e68f6430847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33fd2355543a6" /><Relationship Type="http://schemas.openxmlformats.org/officeDocument/2006/relationships/notesSlide" Target="/ppt/notesSlides/notesSlide3.xml" Id="Rb642b03b82b6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e9328cbe14ad1" /><Relationship Type="http://schemas.openxmlformats.org/officeDocument/2006/relationships/notesSlide" Target="/ppt/notesSlides/notesSlide4.xml" Id="R2e2a897f38d9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209b2dc46462c" /><Relationship Type="http://schemas.openxmlformats.org/officeDocument/2006/relationships/notesSlide" Target="/ppt/notesSlides/notesSlide5.xml" Id="R8bb6414bd309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1acb537cd4dc6" /><Relationship Type="http://schemas.openxmlformats.org/officeDocument/2006/relationships/notesSlide" Target="/ppt/notesSlides/notesSlide6.xml" Id="Ra7930389928c4f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62CA7-EC8E-4E0C-8D16-0FAE7216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董事及高管任职培训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F04A7-50F6-4FD6-94DE-F801E7D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实验初始课件模板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4522F-3F59-4285-8FA1-0BE67E8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原课件正文和版式未恢复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0A0BF-D565-4669-A056-C10FE12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3FD79-9EDD-49B4-9E59-C94C128B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7588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FECDC-F2AC-4948-8E56-D2DF88C8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任职资格资料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1C0C8-6E86-4CA5-AFFF-BEC227C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任职资格核验材料：身份证明、履历、任职及变更记录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F048B-C94F-4AAD-822E-8368D42C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原模板条文引用、适用日期及具体规则留待核验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A35AA-3156-43BB-B418-0AB524C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CB1E-1349-48A4-AE89-BE0161A6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0006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3C230-0CE0-48CE-B62A-3E492734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履职与议事记录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参考材料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原模板待补内容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职责分工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章程、议事规则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议事程序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会议通知、决议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利益冲突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关联关系申报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9FEDC-C111-45D7-856F-FEF9547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B8E49-86EB-4781-B80E-64A84E9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0902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05D6F-3AFB-4225-BE70-66207EA5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薪酬及激励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B18B2-2A46-4003-9310-C60DF44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薪酬决策、绩效评估、激励约束的培训主题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7875A-3CC4-4B1E-8ED9-886CB7F0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现行法条和规则版本待从官方文件核验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C3961-3C71-4D15-A69C-3ACC953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本模板不包含当前任务要求的准则修订对比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3B48F-01C5-4044-8676-0C9B338E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029A1-D8B0-414E-8115-F1AE7693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1058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0AC85-C8F1-46D0-BEE5-88189D5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案例讨论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1274B-14DB-4ACC-A744-66BBF42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实验案例：任职资格材料不全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6D5B3-72B1-4551-B0B0-A3F924CF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讨论记录：__________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236D0-FDB5-489C-9BB6-2A400533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处理依据及适用条件：__________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2FA8F-5C92-4197-A9AE-38DDC8F2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2F697-C783-4760-A471-350D90B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77840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13F0B-D958-4B00-84FF-903A9918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培训记录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2D7E1-0D4B-41FD-88F2-9B64ECB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参加人员、日期、问题清单和资料来源留空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26D13-9571-4A6C-A47C-B72A4158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原讲义、法律版本、日期及讲师资料未知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EBAA0-333E-4641-8D83-31DD461B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6EEA6-4499-4ABE-8AD6-77871D2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2177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2026-10-08T13:31:05.9090000Z</dcterms:created>
  <dcterms:modified xsi:type="dcterms:W3CDTF">2026-10-08T13:31:05.9090000Z</dcterms:modified>
</coreProperties>
</file>