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料体调配AI辅助系统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系统范围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料体调配AI辅助系统用于实验业务资料管理，包含原始数据导入、字段校验、记录查询、文件导出和运行日志。系统不包含预写的用户目标答案。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输入接口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输入使用UTF-8 JSON或CSV，记录至少包含id、title、status、amount与date。id为字符串且唯一，amount为非负数，date采用YYYY-MM-DD。错误输入应返回具体字段和原因。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组件关系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数据读取、业务计算与展示相互独立。文件存储位于项目data目录；运行时通过命令行参数指定输入与输出，不依赖开发者个人绝对路径。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异常与测试数据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示例输入包含正常记录、一个待审核记录和一个缺失备注的记录。外部服务不默认成功，接口不存在时保留实际错误，由环境适配提供真实本地测试服务。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维护说明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修改前读取README、配置与入口文件，记录现有输入和预期输出。工具调用与交付均由运行中的agent完成，本材料只提供起始项目。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