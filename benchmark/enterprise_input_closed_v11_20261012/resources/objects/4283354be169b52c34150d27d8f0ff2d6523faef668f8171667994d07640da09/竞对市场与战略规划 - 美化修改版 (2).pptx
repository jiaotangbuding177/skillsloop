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80e35bc7af4b46" /><Relationship Type="http://schemas.openxmlformats.org/officeDocument/2006/relationships/extended-properties" Target="/docProps/app.xml" Id="R8cb26de37efe403c" /><Relationship Type="http://schemas.openxmlformats.org/officeDocument/2006/relationships/officeDocument" Target="/ppt/presentation.xml" Id="R40f201a3249442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4e5ef877dd40b6"/>
  </p:sldMasterIdLst>
  <p:notesMasterIdLst>
    <p:notesMasterId xmlns:r="http://schemas.openxmlformats.org/officeDocument/2006/relationships" r:id="R869acb4d7d1244b9"/>
  </p:notesMasterIdLst>
  <p:sldIdLst>
    <p:sldId xmlns:r="http://schemas.openxmlformats.org/officeDocument/2006/relationships" id="256" r:id="Rff1b3336e5554ff0"/>
    <p:sldId xmlns:r="http://schemas.openxmlformats.org/officeDocument/2006/relationships" id="257" r:id="R9cec13bbcd1a4c40"/>
    <p:sldId xmlns:r="http://schemas.openxmlformats.org/officeDocument/2006/relationships" id="258" r:id="R8e629cb9065e474b"/>
    <p:sldId xmlns:r="http://schemas.openxmlformats.org/officeDocument/2006/relationships" id="259" r:id="R3d1cf5bf336641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6c2f8c63d64be3" /><Relationship Type="http://schemas.openxmlformats.org/officeDocument/2006/relationships/slideMaster" Target="/ppt/slideMasters/slideMaster1.xml" Id="R334e5ef877dd40b6" /><Relationship Type="http://schemas.openxmlformats.org/officeDocument/2006/relationships/notesMaster" Target="/ppt/notesMasters/notesMaster1.xml" Id="R869acb4d7d1244b9" /><Relationship Type="http://schemas.openxmlformats.org/officeDocument/2006/relationships/presProps" Target="/ppt/presProps.xml" Id="R4b73b54126c643ba" /><Relationship Type="http://schemas.openxmlformats.org/officeDocument/2006/relationships/tableStyles" Target="/ppt/tableStyles.xml" Id="R594513056f654adb" /><Relationship Type="http://schemas.openxmlformats.org/officeDocument/2006/relationships/slide" Target="/ppt/slides/slide1.xml" Id="Rff1b3336e5554ff0" /><Relationship Type="http://schemas.openxmlformats.org/officeDocument/2006/relationships/slide" Target="/ppt/slides/slide2.xml" Id="R9cec13bbcd1a4c40" /><Relationship Type="http://schemas.openxmlformats.org/officeDocument/2006/relationships/slide" Target="/ppt/slides/slide3.xml" Id="R8e629cb9065e474b" /><Relationship Type="http://schemas.openxmlformats.org/officeDocument/2006/relationships/slide" Target="/ppt/slides/slide4.xml" Id="R3d1cf5bf3366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278c33ec4e43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d07b55475b4294" /><Relationship Type="http://schemas.openxmlformats.org/officeDocument/2006/relationships/notesMaster" Target="/ppt/notesMasters/notesMaster1.xml" Id="Ra343f685689f44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109631aefe4e2f" /><Relationship Type="http://schemas.openxmlformats.org/officeDocument/2006/relationships/notesMaster" Target="/ppt/notesMasters/notesMaster1.xml" Id="R754130db796b4c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7778c069fc4fa8" /><Relationship Type="http://schemas.openxmlformats.org/officeDocument/2006/relationships/notesMaster" Target="/ppt/notesMasters/notesMaster1.xml" Id="Reee872f65c78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b17ab353714617" /><Relationship Type="http://schemas.openxmlformats.org/officeDocument/2006/relationships/notesMaster" Target="/ppt/notesMasters/notesMaster1.xml" Id="R1ee66d88883b40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完整来源原人类输入所要求的文件用途。原文件字节未知，明确合成初始输入。原正文未提供的数字与情形均为实验设置。此文件不使用历史AI回复。未知：原四/五页版式、索塔科技原披露指标、其它真实历史数字未恢复；目标和额外比率为实验设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bd61404144f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8c7a5f70fe4ac8" /><Relationship Type="http://schemas.openxmlformats.org/officeDocument/2006/relationships/slideLayout" Target="/ppt/slideLayouts/slideLayout1.xml" Id="Rf52e8f990b504f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2e8f990b504f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a984e434249a5" /><Relationship Type="http://schemas.openxmlformats.org/officeDocument/2006/relationships/notesSlide" Target="/ppt/notesSlides/notesSlide1.xml" Id="R9a24efbebd204f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485a956e54213" /><Relationship Type="http://schemas.openxmlformats.org/officeDocument/2006/relationships/notesSlide" Target="/ppt/notesSlides/notesSlide2.xml" Id="Rd9671cfcf8c54d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33aecb5884d8d" /><Relationship Type="http://schemas.openxmlformats.org/officeDocument/2006/relationships/notesSlide" Target="/ppt/notesSlides/notesSlide3.xml" Id="R4eec9941040449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2ee3b438d4d5f" /><Relationship Type="http://schemas.openxmlformats.org/officeDocument/2006/relationships/notesSlide" Target="/ppt/notesSlides/notesSlide4.xml" Id="Rcd777267510942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DF2AF-7D60-4A7A-B1DE-B02A7E82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客户与收入规模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年度目标（实验）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器械客户数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器械收入（万元）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耗材收入（万元）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C6709-74BA-4E8B-A626-B5C8911C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C9A2C-8FB6-4188-9336-60EEBD2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79817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97A46-E75E-4729-BEC7-CAFDFF07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产品经营指标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66750" y="1552575"/>
          <a:ext xmlns:a="http://schemas.openxmlformats.org/drawingml/2006/main" cx="10858500" cy="2209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实验当前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耗材毛利率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续购客户比重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BF845-1BEE-4081-82EF-B25A7907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497C5-C089-4D7A-9677-6180957C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4106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FFB46-0111-4AFD-AB9C-EDAC5896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预期利润表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90500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保守目标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发展目标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税前利润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468C3-249A-4A11-9EB3-0617D627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目标为实验假设，并非索塔科技公开披露数据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B4A0E-78F5-4215-B3FB-D37E45AB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A1046-C242-4FB8-A1AA-FC0EB2E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8287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0D9D4-DCCE-4BF5-B04F-9ECC611A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8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集团经营情况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609850"/>
          <a:ext xmlns:a="http://schemas.openxmlformats.org/drawingml/2006/main" cx="10858500" cy="3581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47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科目（万元）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2026上半年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全年预测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营业收入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营业成本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税金及附加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管理费用（含研发）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財务费用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净利润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A4CB5-09C4-4C67-8DF8-2F43ECBE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0492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初创客户不足，研发二代机和一代机优化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D4806-F99D-463E-B12D-C846C21C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金额为实验设置。当前待修改区域为上方表格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23B23-3FFD-4C96-B077-8F374640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9775"/>
            <a:ext cx="1080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用户给定累计回款5602200元，不等同期银行余额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D53B8-54C8-488D-83FB-A0538B92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24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实验初始材料，原企业数字和版式未认证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015C9-9FCD-4D9C-B0B4-04CAC99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2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B4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82029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2026-10-08T13:42:17.3830000Z</dcterms:created>
  <dcterms:modified xsi:type="dcterms:W3CDTF">2026-10-08T13:42:17.3830000Z</dcterms:modified>
</coreProperties>
</file>