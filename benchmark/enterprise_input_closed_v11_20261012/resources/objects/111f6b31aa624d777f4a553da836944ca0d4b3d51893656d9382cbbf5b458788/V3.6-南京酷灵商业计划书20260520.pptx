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南京酷灵机器人科技有限公司于2025年9月在南京设立,公司聚焦高效热管理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技术,专注于具身智能机器人核心关键部件研发,为客户提供高效热管理一体化关节模组,产品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/方案已成功应用于四足机器人、人形机器人、无人机等产品。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  公司怀揣远大理想与技术初心,以高效热管理技术为核心,立志成为全球具身智能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机器人高效热管理关节模组领跑者,重构机器人新生态。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Nanjing Cooling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酷灵热管理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为机器人持久赋能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公司及团队介绍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应用推广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技术即战力——国企单位与上市公司合作的双重认证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依托核心团队深厚的学术积淀与产业资源,公司成立伊始即突破技术转化瓶颈。目前已分别与国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家级科研机构及一家上市公司达成战略合作,意共同推进高效热管理与精密关节技术在机器人关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节与重载无人机领域的落地应用。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Nanjing Cooling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酷灵热管理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为机器人持久赋能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商业化落地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酷灵与五视天下签订合作的框架协议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酷灵与四川华丰科技签订热管理系统技术合作的框架协议,协同华丰以重载无人机为核心,共同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布局低空领域场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团队的顶尖技术与高效执行力,将快速打开市场局面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