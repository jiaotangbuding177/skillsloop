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4.核心成员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贾新强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王文斐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周全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运营负责人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专注于前沿技术研发与复杂系统架构。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曾主持开发长江桥梁防碰撞系统、 上海铁路局轨道智能监测机器人 , 以及应用于交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通与医疗等领域的非侵入式眼动追踪智能体。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具备全链路开发与系统优化能力 ,长期致力于大数据与人工智能技术应用 ,擅长运用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AI工具构建智能模型与系统。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曾先后在市场营销、 法律服务、 金融证券等多领域 ,服务过初创民企、 大型国企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、五百强外企等多类型企业。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熟悉资本和企业对接的操作流程 ,实行精准有效链接 ,达到合作双赢。 具备企业上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市的法律知识 ,为企业的发展提供法律层面的保驾护航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从事信息化、 智能化领域开发、 市场营销及管理工作多年。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	  国企和外资企业负责江苏区域市场运营。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1.公司简介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 南京深眸智算科技有限公司前身为南京头部高校的学科实验室,拥有多项自主研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发专利与软著并获得多项省级以上大奖。依托高校在计算机、电子等跨学科能力,研究方向为机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器视觉、数字孪生、AI监控和预警、数字测量等。   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目前,相关技术已在工业品生产全链智能检测、交通铁路轨道智能监控、交通桥梁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船舶防碰撞系统、物流仓储行业的人工智能+机器视觉新运用、自动驾驶、三维建模云系统等项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目上取得实际运用。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 2025年,团队在六合区创业大赛中获得二等奖,并和当地经开区签约,作为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重点引进推广项目。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1.公司简介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 南京深眸智算科技有限公司2026年3月落地六合经济开发区,注册资本金5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00万元,前期规划建设1200m2场地,其中包括办公室300 m2 、机器视觉科研实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验室200 m2 、研发平台600 m2 、产品展览厅100 m2等。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在未来五年内,依托已有的技术积累和产品化基础,持续深化基于CV大模型的视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觉感知再现核心技术研发与产业化应用。1-2年完成核心模块标准化与示范扩面,完善专利/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软著布局与测试评估体系,实现核心算法在更多复杂交通场景下的适应性优化,初步建立品牌影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响力。3-4年重点复制工业检测、卡口计量、场景安全监测、车辆健康检测等成熟产品,推进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SaaS订阅与API服务,力争实现营收的快速增长。第5年形成“视觉感知—再现—数据服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务”平台与模型库,支撑更大范围产业化落地与生态合作,探索与上下游企业的战略合作,构建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产业生态,并开拓国外市场,成为基于CV大模型的视觉感知再现新技术的成长型企业。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2.首席科学家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多年来一直从事智能运输系统(ITS)、机器视觉与数字孪生、人工智能与自动驾驶等方面的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研究。曾参与电厂和供电局的《114查号系统》、《电话故障申告系统》、《话务营收与计费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系统》的研发。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美国伊州理工访问学者、中国计算机学会CCF智慧交通分会执行委员、中国汽车工程学会会员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、中国公路学会会员等。    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科研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国内外期刊和学术会议发表学术论文三十余篇 ,    其中SCI检索6篇, EI检索8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篇 ,发明专利20项+。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创立南京深眸智算科技有限公司 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科创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江苏省交通厅,(科技计划)基于物联网技术的水上ETC系统运用研究;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广东省交通厅,(科技计划)广东省水运信息化发展研究;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国家电网,(科技项目)电力通信系统N-2反措网络模型分析;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无锡市建设局,(科技项目)基于LBS的车载路口预报装置研究;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冀北电力有限公司“通信调度运维系统”、“自适应通信资源管理系统”研发;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长江通信导航局“长江通信导航局通信资源管理系统”研发;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江苏省交通厅执法局“桥梁防撞预警系统”研发;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江苏省水利厅科技项目“基于AI的防储中心关键技术研究”。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业绩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