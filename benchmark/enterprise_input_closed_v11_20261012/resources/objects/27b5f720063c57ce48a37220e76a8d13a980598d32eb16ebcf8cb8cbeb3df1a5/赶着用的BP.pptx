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54c4fa70ac4e59" /><Relationship Type="http://schemas.openxmlformats.org/officeDocument/2006/relationships/extended-properties" Target="/docProps/app.xml" Id="R5cd485b61b384332" /><Relationship Type="http://schemas.openxmlformats.org/officeDocument/2006/relationships/officeDocument" Target="/ppt/presentation.xml" Id="Ra2f1c926f3354f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a6df569a81454b"/>
  </p:sldMasterIdLst>
  <p:notesMasterIdLst>
    <p:notesMasterId xmlns:r="http://schemas.openxmlformats.org/officeDocument/2006/relationships" r:id="Rcc3162a0c2c14f8a"/>
  </p:notesMasterIdLst>
  <p:sldIdLst>
    <p:sldId xmlns:r="http://schemas.openxmlformats.org/officeDocument/2006/relationships" id="256" r:id="R1780051938eb45d3"/>
    <p:sldId xmlns:r="http://schemas.openxmlformats.org/officeDocument/2006/relationships" id="257" r:id="R9b31c1d22fce4225"/>
    <p:sldId xmlns:r="http://schemas.openxmlformats.org/officeDocument/2006/relationships" id="258" r:id="R9bbfdca482f54cd8"/>
    <p:sldId xmlns:r="http://schemas.openxmlformats.org/officeDocument/2006/relationships" id="259" r:id="R839d6d4fdffa4ace"/>
    <p:sldId xmlns:r="http://schemas.openxmlformats.org/officeDocument/2006/relationships" id="260" r:id="Re71376ea83074d57"/>
    <p:sldId xmlns:r="http://schemas.openxmlformats.org/officeDocument/2006/relationships" id="261" r:id="Rd5c61b1e78d2420a"/>
    <p:sldId xmlns:r="http://schemas.openxmlformats.org/officeDocument/2006/relationships" id="262" r:id="R2b548289627e43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bc6436ad3c4495" /><Relationship Type="http://schemas.openxmlformats.org/officeDocument/2006/relationships/slideMaster" Target="/ppt/slideMasters/slideMaster1.xml" Id="R8ba6df569a81454b" /><Relationship Type="http://schemas.openxmlformats.org/officeDocument/2006/relationships/notesMaster" Target="/ppt/notesMasters/notesMaster1.xml" Id="Rcc3162a0c2c14f8a" /><Relationship Type="http://schemas.openxmlformats.org/officeDocument/2006/relationships/presProps" Target="/ppt/presProps.xml" Id="R51b0e54ae6734695" /><Relationship Type="http://schemas.openxmlformats.org/officeDocument/2006/relationships/tableStyles" Target="/ppt/tableStyles.xml" Id="Rca04b3c086464c47" /><Relationship Type="http://schemas.openxmlformats.org/officeDocument/2006/relationships/slide" Target="/ppt/slides/slide1.xml" Id="R1780051938eb45d3" /><Relationship Type="http://schemas.openxmlformats.org/officeDocument/2006/relationships/slide" Target="/ppt/slides/slide2.xml" Id="R9b31c1d22fce4225" /><Relationship Type="http://schemas.openxmlformats.org/officeDocument/2006/relationships/slide" Target="/ppt/slides/slide3.xml" Id="R9bbfdca482f54cd8" /><Relationship Type="http://schemas.openxmlformats.org/officeDocument/2006/relationships/slide" Target="/ppt/slides/slide4.xml" Id="R839d6d4fdffa4ace" /><Relationship Type="http://schemas.openxmlformats.org/officeDocument/2006/relationships/slide" Target="/ppt/slides/slide5.xml" Id="Re71376ea83074d57" /><Relationship Type="http://schemas.openxmlformats.org/officeDocument/2006/relationships/slide" Target="/ppt/slides/slide6.xml" Id="Rd5c61b1e78d2420a" /><Relationship Type="http://schemas.openxmlformats.org/officeDocument/2006/relationships/slide" Target="/ppt/slides/slide7.xml" Id="R2b548289627e43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a7bbb3dbb148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a41777d6924528" /><Relationship Type="http://schemas.openxmlformats.org/officeDocument/2006/relationships/notesMaster" Target="/ppt/notesMasters/notesMaster1.xml" Id="R55a21a4197484d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a3269224e446ea" /><Relationship Type="http://schemas.openxmlformats.org/officeDocument/2006/relationships/notesMaster" Target="/ppt/notesMasters/notesMaster1.xml" Id="Rf338d0263f2241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5182a04a9345a4" /><Relationship Type="http://schemas.openxmlformats.org/officeDocument/2006/relationships/notesMaster" Target="/ppt/notesMasters/notesMaster1.xml" Id="R4cadebebbd8b42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d3b15446d3485a" /><Relationship Type="http://schemas.openxmlformats.org/officeDocument/2006/relationships/notesMaster" Target="/ppt/notesMasters/notesMaster1.xml" Id="Rb31654a5831a4c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a0bf1a81e448cf" /><Relationship Type="http://schemas.openxmlformats.org/officeDocument/2006/relationships/notesMaster" Target="/ppt/notesMasters/notesMaster1.xml" Id="Rc60bfa229b634a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83101a3c3b4faf" /><Relationship Type="http://schemas.openxmlformats.org/officeDocument/2006/relationships/notesMaster" Target="/ppt/notesMasters/notesMaster1.xml" Id="R50680bca78d845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0da58491d946c9" /><Relationship Type="http://schemas.openxmlformats.org/officeDocument/2006/relationships/notesMaster" Target="/ppt/notesMasters/notesMaster1.xml" Id="Re7cf6c540bc648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此页为本会话实验合成输入。仅用户原文可见字段作为约束。未引入其他来源事实或后轮修改要求。原图片、公司事实、预算及布局未知。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此页为本会话实验合成输入。仅用户原文可见字段作为约束。未引入其他来源事实或后轮修改要求。原图片、公司事实、预算及布局未知。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此页为本会话实验合成输入。仅用户原文可见字段作为约束。未引入其他来源事实或后轮修改要求。原图片、公司事实、预算及布局未知。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此页为本会话实验合成输入。仅用户原文可见字段作为约束。未引入其他来源事实或后轮修改要求。原图片、公司事实、预算及布局未知。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此页为本会话实验合成输入。仅用户原文可见字段作为约束。未引入其他来源事实或后轮修改要求。原图片、公司事实、预算及布局未知。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此页为本会话实验合成输入。仅用户原文可见字段作为约束。未引入其他来源事实或后轮修改要求。原图片、公司事实、预算及布局未知。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此页为本会话实验合成输入。仅用户原文可见字段作为约束。未引入其他来源事实或后轮修改要求。原图片、公司事实、预算及布局未知。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a8e09c5b2447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081fce88a64273" /><Relationship Type="http://schemas.openxmlformats.org/officeDocument/2006/relationships/slideLayout" Target="/ppt/slideLayouts/slideLayout1.xml" Id="Re60c03eb65944c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0c03eb65944c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e465144194895" /><Relationship Type="http://schemas.openxmlformats.org/officeDocument/2006/relationships/notesSlide" Target="/ppt/notesSlides/notesSlide1.xml" Id="Re05b01077ea640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dd9aec23546d6" /><Relationship Type="http://schemas.openxmlformats.org/officeDocument/2006/relationships/notesSlide" Target="/ppt/notesSlides/notesSlide2.xml" Id="R0e039f9c9eac46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718bfe0904098" /><Relationship Type="http://schemas.openxmlformats.org/officeDocument/2006/relationships/notesSlide" Target="/ppt/notesSlides/notesSlide3.xml" Id="Rbbe5444cd75e48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8f4c2ac824783" /><Relationship Type="http://schemas.openxmlformats.org/officeDocument/2006/relationships/notesSlide" Target="/ppt/notesSlides/notesSlide4.xml" Id="Rce21576b7b2244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72c32ce5d41fc" /><Relationship Type="http://schemas.openxmlformats.org/officeDocument/2006/relationships/notesSlide" Target="/ppt/notesSlides/notesSlide5.xml" Id="R0ad15aac3e854c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e03a79bc54b5b" /><Relationship Type="http://schemas.openxmlformats.org/officeDocument/2006/relationships/notesSlide" Target="/ppt/notesSlides/notesSlide6.xml" Id="R6137af83baba4d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f304adecb4eac" /><Relationship Type="http://schemas.openxmlformats.org/officeDocument/2006/relationships/notesSlide" Target="/ppt/notesSlides/notesSlide7.xml" Id="R46be84f51d6b47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B5D27-A807-496B-994B-3AB6B500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企业知识协作平台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8CD5B-91B5-4DAB-B1F1-38015361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公司BP原稿 实验合成材料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E68D6-B88D-4B8B-B862-50FFCEB4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企业内部文档索引、来源引用与协作工作区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0F9B5-7852-446E-8018-2966BB82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真实公司事实与原稿像素风格未知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D2C50-CABE-47FD-9371-3F980C01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rPr>
              <a:t>实验合成输入  原附件事实和版式未认证  1/7</a:t>
            </a:r>
          </a:p>
        </p:txBody>
      </p:sp>
    </p:spTree>
    <p:extLst>
      <p:ext uri="{BB962C8B-B14F-4D97-AF65-F5344CB8AC3E}">
        <p14:creationId xmlns:p14="http://schemas.microsoft.com/office/powerpoint/2010/main" val="16161663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47EC2-AB0F-4CFA-974C-276C999E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项目问题与方案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572F9-8410-454F-AD82-A2A3D04D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企业资料分散，重复沟通缺少统一材料入口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5C0C4-450C-4322-8DF9-8F19E8D8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将文档按部门整理，保留检索结果的资料来源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60ABFC-B132-45E4-8373-E9A0E182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原型已有文档索引和协作工作区，真实进展待核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2F2C9-0AA5-446B-9E60-6FEAFFA5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rPr>
              <a:t>实验合成输入  原附件事实和版式未认证  2/7</a:t>
            </a:r>
          </a:p>
        </p:txBody>
      </p:sp>
    </p:spTree>
    <p:extLst>
      <p:ext uri="{BB962C8B-B14F-4D97-AF65-F5344CB8AC3E}">
        <p14:creationId xmlns:p14="http://schemas.microsoft.com/office/powerpoint/2010/main" val="5923765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4DEE6-5534-4A78-8CB4-212ED35E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产品与技术路线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52552-D4C6-40AF-A8C0-7BAF8BF6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文档整理 → 索引与检索 → 来源引用 → 协作交付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84A50-B41B-492A-99CA-0D5DAE8E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先处理两类文档，再验证两部门试点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6033E-2CE8-4D5B-B724-42C3C2EA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实验范围为示例数据，不预填真实客户或专利编号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FEACF-4D62-4388-A7F8-76F4A1D5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rPr>
              <a:t>实验合成输入  原附件事实和版式未认证  3/7</a:t>
            </a:r>
          </a:p>
        </p:txBody>
      </p:sp>
    </p:spTree>
    <p:extLst>
      <p:ext uri="{BB962C8B-B14F-4D97-AF65-F5344CB8AC3E}">
        <p14:creationId xmlns:p14="http://schemas.microsoft.com/office/powerpoint/2010/main" val="20998370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92E8C-69FC-4715-8F39-76F38117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团队与经营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A2C8A-1D48-45F5-8D30-FFFA28BC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示例团队六人：研发四人、交付一人、运营一人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40F90-9F20-4A5F-A477-1E00E9CC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公司登记和负责人姓名待核实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D7040-DCFB-4DED-86B0-ADA5BEDA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试点意向两项，尚未形成确认收入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50071-4214-4E79-BE6C-CFA7E7B6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人员数量、试点与收入均为合成假设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3BB5E-CBA9-4E21-8737-98912E74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rPr>
              <a:t>实验合成输入  原附件事实和版式未认证  4/7</a:t>
            </a:r>
          </a:p>
        </p:txBody>
      </p:sp>
    </p:spTree>
    <p:extLst>
      <p:ext uri="{BB962C8B-B14F-4D97-AF65-F5344CB8AC3E}">
        <p14:creationId xmlns:p14="http://schemas.microsoft.com/office/powerpoint/2010/main" val="9343961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BB445-BBB8-43AC-BCA3-80CD5332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产业化计划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5AFD6-F6F9-4004-B27D-6EC7BF09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第一阶段：文档整理和原型验证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8FFFE-839A-4108-AB89-6979712B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第二阶段：形成可交付软件包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732AF-E2DF-4031-8E21-D0ADF1B6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第三阶段：两部门试点与反馈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4050B-0685-40CC-A53D-79B788CF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合伙人协调试点、交付验收和市场访谈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37066-F961-439E-9956-F4EC0CA3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rPr>
              <a:t>实验合成输入  原附件事实和版式未认证  5/7</a:t>
            </a:r>
          </a:p>
        </p:txBody>
      </p:sp>
    </p:spTree>
    <p:extLst>
      <p:ext uri="{BB962C8B-B14F-4D97-AF65-F5344CB8AC3E}">
        <p14:creationId xmlns:p14="http://schemas.microsoft.com/office/powerpoint/2010/main" val="7794969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AED99-ECF0-4FE1-A970-EAF3C01F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商业模式与经费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6B4A9-4180-4CCE-AD24-0BE3BB7A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采用部署服务与维护服务，收费方式待验证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15545-D234-4B79-A6D2-FB604F54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设备费6万元；材料费6万元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08504-CA74-4775-8CC9-36BE988B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测试费4万元；劳务费4万元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603F5-D8FE-40DF-AF83-9EF17B0C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申请合计20万元，材料费用途待确认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EC83B-0F46-49B6-B405-2D1AE023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rPr>
              <a:t>实验合成输入  原附件事实和版式未认证  6/7</a:t>
            </a:r>
          </a:p>
        </p:txBody>
      </p:sp>
    </p:spTree>
    <p:extLst>
      <p:ext uri="{BB962C8B-B14F-4D97-AF65-F5344CB8AC3E}">
        <p14:creationId xmlns:p14="http://schemas.microsoft.com/office/powerpoint/2010/main" val="13659703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6ED99-C61F-40C2-BEF6-B9D8CD8E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原稿待核材料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CE165-4333-4B7C-B8E5-6F05FB48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公司登记证明与负责人介绍待补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5A24B-5454-4B3D-89FD-32084318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知识产权、经营订单与真实预算待核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3301C-62FD-4D6F-8B9D-1A5AD7C6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本稿保留原始阶段信息，后续修改依据当前用户要求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4AF35-7E1D-4C09-A8A9-11E2D90E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实验数据不代表原公司事实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04AA7-142F-425D-B1A2-0DB1619D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rPr>
              <a:t>实验合成输入  原附件事实和版式未认证  7/7</a:t>
            </a:r>
          </a:p>
        </p:txBody>
      </p:sp>
    </p:spTree>
    <p:extLst>
      <p:ext uri="{BB962C8B-B14F-4D97-AF65-F5344CB8AC3E}">
        <p14:creationId xmlns:p14="http://schemas.microsoft.com/office/powerpoint/2010/main" val="7955462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2026-10-08T11:40:33.6270000Z</dcterms:created>
  <dcterms:modified xsi:type="dcterms:W3CDTF">2026-10-08T11:40:33.6270000Z</dcterms:modified>
</coreProperties>
</file>