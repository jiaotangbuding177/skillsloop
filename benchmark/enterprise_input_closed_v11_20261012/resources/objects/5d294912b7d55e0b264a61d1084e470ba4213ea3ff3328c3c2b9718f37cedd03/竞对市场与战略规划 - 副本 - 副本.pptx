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978fbb15e4962" /><Relationship Type="http://schemas.openxmlformats.org/officeDocument/2006/relationships/extended-properties" Target="/docProps/app.xml" Id="R974a8e4399d3447e" /><Relationship Type="http://schemas.openxmlformats.org/officeDocument/2006/relationships/officeDocument" Target="/ppt/presentation.xml" Id="Rb9251f7af2fc4d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940e2658434195"/>
  </p:sldMasterIdLst>
  <p:notesMasterIdLst>
    <p:notesMasterId xmlns:r="http://schemas.openxmlformats.org/officeDocument/2006/relationships" r:id="Rc248f09a1b9b4250"/>
  </p:notesMasterIdLst>
  <p:sldIdLst>
    <p:sldId xmlns:r="http://schemas.openxmlformats.org/officeDocument/2006/relationships" id="256" r:id="R287cb2e20f944479"/>
    <p:sldId xmlns:r="http://schemas.openxmlformats.org/officeDocument/2006/relationships" id="257" r:id="R543e3bcac4794e42"/>
    <p:sldId xmlns:r="http://schemas.openxmlformats.org/officeDocument/2006/relationships" id="258" r:id="Redc93833c8604d7e"/>
    <p:sldId xmlns:r="http://schemas.openxmlformats.org/officeDocument/2006/relationships" id="259" r:id="R27f95f0becb7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d73f48feb4432e" /><Relationship Type="http://schemas.openxmlformats.org/officeDocument/2006/relationships/slideMaster" Target="/ppt/slideMasters/slideMaster1.xml" Id="R16940e2658434195" /><Relationship Type="http://schemas.openxmlformats.org/officeDocument/2006/relationships/notesMaster" Target="/ppt/notesMasters/notesMaster1.xml" Id="Rc248f09a1b9b4250" /><Relationship Type="http://schemas.openxmlformats.org/officeDocument/2006/relationships/presProps" Target="/ppt/presProps.xml" Id="R91850bd218bf4907" /><Relationship Type="http://schemas.openxmlformats.org/officeDocument/2006/relationships/tableStyles" Target="/ppt/tableStyles.xml" Id="Ra46e8f2952a74123" /><Relationship Type="http://schemas.openxmlformats.org/officeDocument/2006/relationships/slide" Target="/ppt/slides/slide1.xml" Id="R287cb2e20f944479" /><Relationship Type="http://schemas.openxmlformats.org/officeDocument/2006/relationships/slide" Target="/ppt/slides/slide2.xml" Id="R543e3bcac4794e42" /><Relationship Type="http://schemas.openxmlformats.org/officeDocument/2006/relationships/slide" Target="/ppt/slides/slide3.xml" Id="Redc93833c8604d7e" /><Relationship Type="http://schemas.openxmlformats.org/officeDocument/2006/relationships/slide" Target="/ppt/slides/slide4.xml" Id="R27f95f0becb7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182d265b98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110e3f19494319" /><Relationship Type="http://schemas.openxmlformats.org/officeDocument/2006/relationships/notesMaster" Target="/ppt/notesMasters/notesMaster1.xml" Id="Rb2ea2484733549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5150515bd54055" /><Relationship Type="http://schemas.openxmlformats.org/officeDocument/2006/relationships/notesMaster" Target="/ppt/notesMasters/notesMaster1.xml" Id="Rbb40aee9b9b54b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05cc761a1a4e09" /><Relationship Type="http://schemas.openxmlformats.org/officeDocument/2006/relationships/notesMaster" Target="/ppt/notesMasters/notesMaster1.xml" Id="R8fad8f7cd12d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0ebbe32c464cdc" /><Relationship Type="http://schemas.openxmlformats.org/officeDocument/2006/relationships/notesMaster" Target="/ppt/notesMasters/notesMaster1.xml" Id="Re2421d5cbe76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9c3a264b14a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03bc7c56054901" /><Relationship Type="http://schemas.openxmlformats.org/officeDocument/2006/relationships/slideLayout" Target="/ppt/slideLayouts/slideLayout1.xml" Id="R6a1f975ef2dd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1f975ef2dd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39cf228bd46c9" /><Relationship Type="http://schemas.openxmlformats.org/officeDocument/2006/relationships/notesSlide" Target="/ppt/notesSlides/notesSlide1.xml" Id="R1d9189c4b9104e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a4917dd554272" /><Relationship Type="http://schemas.openxmlformats.org/officeDocument/2006/relationships/notesSlide" Target="/ppt/notesSlides/notesSlide2.xml" Id="Rb8e03df41b39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4fc08b6974ac3" /><Relationship Type="http://schemas.openxmlformats.org/officeDocument/2006/relationships/notesSlide" Target="/ppt/notesSlides/notesSlide3.xml" Id="R42f238ad69bb47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cca611217447d" /><Relationship Type="http://schemas.openxmlformats.org/officeDocument/2006/relationships/notesSlide" Target="/ppt/notesSlides/notesSlide4.xml" Id="Rf3c82802020247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1ACA5-13C9-4949-818C-9CF4537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客户与收入规模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年度目标（实验）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器械客户数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9B0D0-5116-42CF-9099-105EDE59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6D4DD-51CC-4A00-A863-E15CDE2E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11348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99F02-A015-48C3-8902-9EE36F5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产品经营指标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实验当前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续购客户比重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1F1AB-64F7-4BD4-829B-45A93214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395C0-98D0-46DA-BD90-7BC27AA4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1562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7757C-B108-4B22-B11E-DB1FB837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预期利润表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发展目标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税前利润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4D263-A1AA-4048-9CF8-8205F035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目标为实验假设，并非索塔科技公开披露数据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3DFB2-D64B-4AF1-A362-DDA3E557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20EF8-B960-4850-BDA9-C449AD0C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18316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7F74C-5BB5-44F1-9347-0AE06FE6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集团经营情况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2257425"/>
          <a:ext xmlns:a="http://schemas.openxmlformats.org/drawingml/2006/main" cx="108585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9172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2026上半年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全年预测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税金及附加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財务费用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7B755-4806-4343-9731-29BFF52D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初创客户不足，研发二代机和一代机优化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41017-CC28-40A4-AA55-A3C328BC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金额为实验设置。当前待修改区域为上方表格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40415-41DF-4E28-A269-122CA1F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2508B-C721-4B3D-BF80-D3B1F902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1553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2026-10-08T13:42:11.5700000Z</dcterms:created>
  <dcterms:modified xsi:type="dcterms:W3CDTF">2026-10-08T13:42:11.5700000Z</dcterms:modified>
</coreProperties>
</file>