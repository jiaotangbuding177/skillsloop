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国产化能量源抗衰器械项目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能量源与器械工程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本文件是按原名称与当时用户需求制作的实验输入。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可供全文提取、页面修改、结构重排和Office转换。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原真实数据、图片、条款与历史版式另列未知。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项目身份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项目与王亮仅来源于文件标题；原机构、设备型号和注册状态未知。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工程结构样例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示例由能量输出模块、温度感知、操作界面与记录存储组成；不指定真实治疗机理或临床适应症。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实验参数材料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输出档位五档、连续工程测试20分钟、记录频率每秒一次；不是原设备参数或疗效。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路演原材料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本稿保留产品介绍、试制记录、实验成本和下一阶段验证计划；未生成10/15分钟最终演讲稿。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实验数据附页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实验年度材料（非原企业经营事实）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收入 300万元；直接成本 180万元；期间费用 100万元。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经营结果 = 300 − 180 − 100 = 20万元。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示例验证预算 100万元 = 试制40 + 检测30 + 样品20 + 记录10。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实验模块示意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资料输入 → 处理记录 → 检查与交接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几何示意仅用于演示页面操作，原产品照片及原UI像素未恢复。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297680"/>
            <a:ext cx="3017520" cy="868680"/>
          </a:xfrm>
          <a:prstGeom prst="rect">
            <a:avLst/>
          </a:prstGeom>
          <a:solidFill>
            <a:srgbClr val="326480"/>
          </a:solidFill>
          <a:ln>
            <a:solidFill>
              <a:srgbClr val="65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>
                <a:solidFill>
                  <a:srgbClr val="FFFFFF"/>
                </a:solidFill>
                <a:latin typeface="Microsoft YaHei"/>
              </a:defRPr>
            </a:pPr>
            <a:r>
              <a:t>资料输入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4297680"/>
            <a:ext cx="3017520" cy="868680"/>
          </a:xfrm>
          <a:prstGeom prst="rect">
            <a:avLst/>
          </a:prstGeom>
          <a:solidFill>
            <a:srgbClr val="326480"/>
          </a:solidFill>
          <a:ln>
            <a:solidFill>
              <a:srgbClr val="65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>
                <a:solidFill>
                  <a:srgbClr val="FFFFFF"/>
                </a:solidFill>
                <a:latin typeface="Microsoft YaHei"/>
              </a:defRPr>
            </a:pPr>
            <a:r>
              <a:t>处理记录</a:t>
            </a:r>
          </a:p>
        </p:txBody>
      </p:sp>
      <p:sp>
        <p:nvSpPr>
          <p:cNvPr id="8" name="Rectangle 7"/>
          <p:cNvSpPr/>
          <p:nvPr/>
        </p:nvSpPr>
        <p:spPr>
          <a:xfrm>
            <a:off x="8321040" y="4297680"/>
            <a:ext cx="3017520" cy="868680"/>
          </a:xfrm>
          <a:prstGeom prst="rect">
            <a:avLst/>
          </a:prstGeom>
          <a:solidFill>
            <a:srgbClr val="326480"/>
          </a:solidFill>
          <a:ln>
            <a:solidFill>
              <a:srgbClr val="65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>
                <a:solidFill>
                  <a:srgbClr val="FFFFFF"/>
                </a:solidFill>
                <a:latin typeface="Microsoft YaHei"/>
              </a:defRPr>
            </a:pPr>
            <a:r>
              <a:t>结果交接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