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背景与核心挑战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用户画像与洞察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Contents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问题定义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目录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技术方案与算法设计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04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智调大师 · 料体调配AI辅助系统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从用户洞察到算法落地的完整路径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原型展示与验证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05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AI协同与项目价值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06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CHAPTER 06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AI协同与项目价值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团队如何驾驭AI工具完成从调研到原型的全链路,以及方案的企业价值与下一步计划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VALUE &amp; ROADMAP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项目价值与下一步计划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方案在短期压缩调配试错次数、中期实现全厂经验共享、长期支持跨品类拓展三个层面创造价值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。当前局限在于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原型使用模拟数据且定性采集方式待验证,下一步将在单条产线进行3个月真实数据试点,逐步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验证并扩展至全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品类调配场景。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企业价值(短/中/长期)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当前局限与下一步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≤ 2次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3个月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SHORT-TERM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DATA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新师傅调配试错次数从3-4次压缩到2次以内,减少原料消耗与工时浪费,直接提升产线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交付效率与产能利用率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原型使用模拟数据,实际落地需在单条产线进行3个月真实批次数据积累与效果验证,确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认推荐精度与采纳率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全厂共享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MID-TERM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CAPTURE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个体老师傅的局部经验汇聚为全厂共享案例记忆,降低人员流动带来的知识断层风险,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构建组织级经验资产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定性标签的"低打扰"采集方式需在实际操作中验证,计划测试语音转写和快捷点选两种方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案的可行性与准确率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全品类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LOOCV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LONG-TERM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OPTIMIZE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CBR框架可拓展至其他日化原料调配场景,逐步构建全品类料体调配的AI辅助工具体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系,形成持续迭代能力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特征权重α目前靠经验设定,后续引入交叉验证搜索最优参数,持续提升推荐精度与置信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度校准效果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HUMAN-AI COLLABORATION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AI协同:人做判断,AI做执行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AI承担三重角色,但关键决策均由团队独立判断并主动推翻AI建议,人机协作的本质是优势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互补。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AI的角色与团队的关键判断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AI的局限与团队反思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Discover阶段 — AI作为Research Partner梳理CBR文献与竞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品分析,团队独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立判断技术路线在化妆品调配场景下的适用性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不可替代的场景 — 面对面用户访谈、观察老师傅操作时的微妙犹豫、判断调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研证据可信度,必须由人完成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推翻AI建议 — AI建议用神经网络拟合粘度,团队发现数据稀疏、定性参数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多,主动转向CBR路线并承担决策责任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输出需验证 — AI生成的竞品分析和文献综述需团队逐条验证真实性和相关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性,不能直接采信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特征权重调整 — AI建议α=0.8侧重数值特征,团队调整为0.6/0.4以平衡客观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数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据与手感经验判断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核心认知 — 人机协作的本质是优势互补:AI处理海量信息与重复执行,人类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专注价值判断与创造性决策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AI × Design Thinking Bootcamp · 2026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智调大师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基于案例推理的料体调配AI辅助系统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02组 王俊翔 王康睿 唐语 · 2026.7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WORKFLOW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使用流程:低打扰的案例沉淀与人机协同查询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系统设计遵循"不改造流水线、不增加老师傅负担"原则,将经验传承从专门带教变为日常操作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的副产品。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案例沉淀(被动发生)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案例查询(主动发起)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产线既有检测环节自动获取数值参数,调整记录从生产台账同步,不新增设备、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不改流水线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新师傅输入新批次参数与初步定性判断,系统返回 Top-K 相似案例、推荐调整区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间与置信度依据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零改造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Top-K 匹配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老师傅随口判断由本人或旁侧新师傅在终端"点一下"预设标签完成记录,控制在最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小交互量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操作者参考建议执行调整,老师傅仍可介入确认,体现"AI 辅助、人做最终判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断"的协同模式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点一下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人机协同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每日仅需扫一眼当天案例并确认/修正标签,替代原来"手把手带教"的重负担,将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教学融入日常工作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执行结果自动反馈至案例库,形成"越用越准、全厂共享经验"的持续积累机制,所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有师傅共同受益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每日一瞥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正向循环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DEMO · CASE-BASED REASONING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Demo演示:一次完整的调配辅助流程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输入参数→检索Top-3→推荐加盐0.55%(置信96%)→反馈入库,全链路可追溯、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可闭环,验证CBR真实可行性。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加盐量 0.55% · 置信度 96%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INPUT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ES 15% · pH 6.5 · 25°C · 6000mPa·s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RETRIEVE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#9 95% · #30 93% · #1 88%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RECOMMEND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模拟新师傅输入新批次参数,检索权重数值0.6/定性0.4,还原真实操作场景。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返回Top-3历史达标案例,相似度环形图直观展示匹配质量与可信度。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系统输出加盐量0.55%,置信度96%,新师傅一次达标无需反复试错。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04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执行结果入库,案例库30→31条,正向循环启动,越用越准、全厂共享。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