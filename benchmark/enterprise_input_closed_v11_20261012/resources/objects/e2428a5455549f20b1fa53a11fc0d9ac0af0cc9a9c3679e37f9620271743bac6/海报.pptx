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百雀羚  |  PECHOIN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项目成员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直播爆单的销售预测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王乐昆  ·  张璞格  ·  顾扬锐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直播前确定备货基线 · 直播中滚动修正销量 · 将实时信号转化为供应链决策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用户画像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问题定义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技术方案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原型展示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从“预测数字”升级为“决策面板”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双阶段动态预测系统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预测不是没有,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而是跟不上直播变化。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百雀羚供应链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销售预测团队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直播前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精准预测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直播中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滚动预测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持续校正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提前制定直播备货与库存计划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竞品降价、平台推流等不确定因素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会使静态预测迅速失准,进而造成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缺货、积压与紧急调拨。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依赖历史销量、主播预估与平台数据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回答:提前备多少?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回答:现在怎么调?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难以及时捕捉推流、竞品价格等突变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输入:历史销量、主播表现、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折扣、排期、预计推流、竞品活动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603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预测偏低 → 缺货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预测偏高 → 积压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实时:在线人数、曝光、点击、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转化、分钟级成交、竞品价格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“既要在直播前备准,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也要在直播中及时调整。”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核心需求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提高销量预测准确性,降低库存积压与缺货风险,实现供应链智能决策。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百雀羚内部数据 × 抖音/天猫平台数据 × 竞品动态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最担心:爆单缺货  /  库存积压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价值闭环:更准确的销量判断  →  更稳健的备货与调拨  →  更低的缺货和库存损失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  <a:r>
              <a:t>产品图来源:百雀羚官网</a:t>
            </a: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700">
                <a:solidFill>
                  <a:srgbClr val="192332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