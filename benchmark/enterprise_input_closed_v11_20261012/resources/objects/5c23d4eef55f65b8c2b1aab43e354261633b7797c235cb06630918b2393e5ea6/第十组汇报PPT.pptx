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用户画像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一线执行岗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部门管理岗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生产操作工、质检员、设备维保工程师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文档分散,版本对不上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异常时第一反应是问人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知识绑在老员工脑子里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班组长、车间主管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一天被重复问很多次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带新人反复讲同样内容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跨部门口径不一致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核心诉求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一句话问出标准答案,带出处、敢照着做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核心诉求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有个"嘴替"先答常见问,自己只做复核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共同痛点:文档分散 · 检索低效 · 知识绑人 · 口径不一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