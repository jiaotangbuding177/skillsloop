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9638a619ef4b5c" /><Relationship Type="http://schemas.openxmlformats.org/officeDocument/2006/relationships/extended-properties" Target="/docProps/app.xml" Id="R0599927e60e84e85" /><Relationship Type="http://schemas.openxmlformats.org/officeDocument/2006/relationships/officeDocument" Target="/ppt/presentation.xml" Id="R5bdf0c4b366445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18bd385ba0409d"/>
  </p:sldMasterIdLst>
  <p:notesMasterIdLst>
    <p:notesMasterId xmlns:r="http://schemas.openxmlformats.org/officeDocument/2006/relationships" r:id="Rd78a38a984f14b4b"/>
  </p:notesMasterIdLst>
  <p:sldIdLst>
    <p:sldId xmlns:r="http://schemas.openxmlformats.org/officeDocument/2006/relationships" id="256" r:id="R546e0bf064d24f91"/>
    <p:sldId xmlns:r="http://schemas.openxmlformats.org/officeDocument/2006/relationships" id="257" r:id="Reee4f8e0280940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a6751774664554" /><Relationship Type="http://schemas.openxmlformats.org/officeDocument/2006/relationships/slideMaster" Target="/ppt/slideMasters/slideMaster1.xml" Id="Rb818bd385ba0409d" /><Relationship Type="http://schemas.openxmlformats.org/officeDocument/2006/relationships/notesMaster" Target="/ppt/notesMasters/notesMaster1.xml" Id="Rd78a38a984f14b4b" /><Relationship Type="http://schemas.openxmlformats.org/officeDocument/2006/relationships/presProps" Target="/ppt/presProps.xml" Id="R9d84d29a435a425a" /><Relationship Type="http://schemas.openxmlformats.org/officeDocument/2006/relationships/tableStyles" Target="/ppt/tableStyles.xml" Id="R30f7d8f3b6354de3" /><Relationship Type="http://schemas.openxmlformats.org/officeDocument/2006/relationships/slide" Target="/ppt/slides/slide1.xml" Id="R546e0bf064d24f91" /><Relationship Type="http://schemas.openxmlformats.org/officeDocument/2006/relationships/slide" Target="/ppt/slides/slide2.xml" Id="Reee4f8e0280940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96b1995fa349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947d1aad004162" /><Relationship Type="http://schemas.openxmlformats.org/officeDocument/2006/relationships/notesMaster" Target="/ppt/notesMasters/notesMaster1.xml" Id="Rcdbc05cd26764c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bc5da47ad64f8e" /><Relationship Type="http://schemas.openxmlformats.org/officeDocument/2006/relationships/notesMaster" Target="/ppt/notesMasters/notesMaster1.xml" Id="Rb014fab4cb6240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dce3e479f49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bb8678a8ef4dc3" /><Relationship Type="http://schemas.openxmlformats.org/officeDocument/2006/relationships/slideLayout" Target="/ppt/slideLayouts/slideLayout1.xml" Id="R80e40c591f2e4f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e40c591f2e4f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90c2d75cf4c68" /><Relationship Type="http://schemas.openxmlformats.org/officeDocument/2006/relationships/notesSlide" Target="/ppt/notesSlides/notesSlide1.xml" Id="R6424c61879cf4b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51a911fb94a9e" /><Relationship Type="http://schemas.openxmlformats.org/officeDocument/2006/relationships/notesSlide" Target="/ppt/notesSlides/notesSlide2.xml" Id="Rc1b5ad4c2bc343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9D080-E462-45EC-9EFA-10B5A86D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本月工作概览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924050"/>
          <a:ext xmlns:a="http://schemas.openxmlformats.org/drawingml/2006/main" cx="10858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工作领域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事项摘要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进展与材料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存量项目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来访接待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法律分析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股权投资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B400B-3B82-4DE9-BE84-DF7501A9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月份：__________    汇报人：__________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A46C1-D996-44A1-9E37-B616B3BB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B1C96-AF64-43BB-94E9-8E692F09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8501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EA53A-D15C-49A3-B940-C8F7BA3E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项目进展与下月计划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当前阶段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完成比例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下月事项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833F8-C6BE-43A8-A6FC-3B957F2D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810B2-26F0-401E-82E1-F096D00D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43231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2026-10-08T13:31:03.3560000Z</dcterms:created>
  <dcterms:modified xsi:type="dcterms:W3CDTF">2026-10-08T13:31:03.3560000Z</dcterms:modified>
</coreProperties>
</file>