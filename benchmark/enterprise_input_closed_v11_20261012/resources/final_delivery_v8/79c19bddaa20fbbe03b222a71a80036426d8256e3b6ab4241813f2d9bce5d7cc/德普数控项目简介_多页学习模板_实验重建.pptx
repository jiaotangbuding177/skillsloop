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20e1c174554ea1" /><Relationship Type="http://schemas.openxmlformats.org/officeDocument/2006/relationships/extended-properties" Target="/docProps/app.xml" Id="Rfac3d5ff015744c0" /><Relationship Type="http://schemas.openxmlformats.org/officeDocument/2006/relationships/officeDocument" Target="/ppt/presentation.xml" Id="R354da739f8f446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8e06a60f154423"/>
  </p:sldMasterIdLst>
  <p:notesMasterIdLst>
    <p:notesMasterId xmlns:r="http://schemas.openxmlformats.org/officeDocument/2006/relationships" r:id="Rc248350f1cf6461c"/>
  </p:notesMasterIdLst>
  <p:sldIdLst>
    <p:sldId xmlns:r="http://schemas.openxmlformats.org/officeDocument/2006/relationships" id="256" r:id="Rec453e3ce6a24eab"/>
    <p:sldId xmlns:r="http://schemas.openxmlformats.org/officeDocument/2006/relationships" id="257" r:id="Re87e714d478745f4"/>
    <p:sldId xmlns:r="http://schemas.openxmlformats.org/officeDocument/2006/relationships" id="258" r:id="Rddd9a3142c6d4132"/>
    <p:sldId xmlns:r="http://schemas.openxmlformats.org/officeDocument/2006/relationships" id="259" r:id="Rdcafc552ae6448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c3f653546946c3" /><Relationship Type="http://schemas.openxmlformats.org/officeDocument/2006/relationships/slideMaster" Target="/ppt/slideMasters/slideMaster1.xml" Id="R668e06a60f154423" /><Relationship Type="http://schemas.openxmlformats.org/officeDocument/2006/relationships/notesMaster" Target="/ppt/notesMasters/notesMaster1.xml" Id="Rc248350f1cf6461c" /><Relationship Type="http://schemas.openxmlformats.org/officeDocument/2006/relationships/presProps" Target="/ppt/presProps.xml" Id="Rb492af82646c428b" /><Relationship Type="http://schemas.openxmlformats.org/officeDocument/2006/relationships/tableStyles" Target="/ppt/tableStyles.xml" Id="R2a5429c8ab28441d" /><Relationship Type="http://schemas.openxmlformats.org/officeDocument/2006/relationships/slide" Target="/ppt/slides/slide1.xml" Id="Rec453e3ce6a24eab" /><Relationship Type="http://schemas.openxmlformats.org/officeDocument/2006/relationships/slide" Target="/ppt/slides/slide2.xml" Id="Re87e714d478745f4" /><Relationship Type="http://schemas.openxmlformats.org/officeDocument/2006/relationships/slide" Target="/ppt/slides/slide3.xml" Id="Rddd9a3142c6d4132" /><Relationship Type="http://schemas.openxmlformats.org/officeDocument/2006/relationships/slide" Target="/ppt/slides/slide4.xml" Id="Rdcafc552ae6448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7729ea461f4d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a33fe5da7240db" /><Relationship Type="http://schemas.openxmlformats.org/officeDocument/2006/relationships/notesMaster" Target="/ppt/notesMasters/notesMaster1.xml" Id="Ra6a1b10efb2d4c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39c12450e34fe0" /><Relationship Type="http://schemas.openxmlformats.org/officeDocument/2006/relationships/notesMaster" Target="/ppt/notesMasters/notesMaster1.xml" Id="R85884c94725647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bf54e7eefb4788" /><Relationship Type="http://schemas.openxmlformats.org/officeDocument/2006/relationships/notesMaster" Target="/ppt/notesMasters/notesMaster1.xml" Id="R50dd349d697044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90bc6cc81b41b4" /><Relationship Type="http://schemas.openxmlformats.org/officeDocument/2006/relationships/notesMaster" Target="/ppt/notesMasters/notesMaster1.xml" Id="R684c6d0cd19d4a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Input fixture for conv_f0d878d4053a. Synthesized from source identity and contextual facts; not the requested final one-page summary. Historical bytes are not restored.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Input fixture for conv_f0d878d4053a. Synthesized from source identity and contextual facts; not the requested final one-page summary. Historical bytes are not restored.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Input fixture for conv_f0d878d4053a. Synthesized from source identity and contextual facts; not the requested final one-page summary. Historical bytes are not restored.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Input fixture for conv_f0d878d4053a. Synthesized from source identity and contextual facts; not the requested final one-page summary. Historical bytes are not restored.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2e88d46ab948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b30baf771f401c" /><Relationship Type="http://schemas.openxmlformats.org/officeDocument/2006/relationships/slideLayout" Target="/ppt/slideLayouts/slideLayout1.xml" Id="R0e05ad131fe84f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05ad131fe84f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9b89ccb624802" /><Relationship Type="http://schemas.openxmlformats.org/officeDocument/2006/relationships/notesSlide" Target="/ppt/notesSlides/notesSlide1.xml" Id="R5e1a2b8501bb4a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f18b5fe4346cc" /><Relationship Type="http://schemas.openxmlformats.org/officeDocument/2006/relationships/notesSlide" Target="/ppt/notesSlides/notesSlide2.xml" Id="Rf0cc7f9527fc42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7647a0c9b4899" /><Relationship Type="http://schemas.openxmlformats.org/officeDocument/2006/relationships/image" Target="/ppt/media/image.png" Id="Rdd939ac4aad2454f" /><Relationship Type="http://schemas.openxmlformats.org/officeDocument/2006/relationships/notesSlide" Target="/ppt/notesSlides/notesSlide3.xml" Id="Rc665f26fefe040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9c2a3d9124787" /><Relationship Type="http://schemas.openxmlformats.org/officeDocument/2006/relationships/notesSlide" Target="/ppt/notesSlides/notesSlide4.xml" Id="R32cee8c198624a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DF3A7-E394-45BA-970C-1A1C5267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5C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5CA3"/>
                </a:solidFill>
                <a:latin typeface="Microsoft YaHei"/>
                <a:ea typeface="Microsoft YaHei"/>
                <a:cs typeface="Microsoft YaHei"/>
              </a:rPr>
              <a:t>德普数控 项目简介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529DF-E4CE-4313-BEE4-A9EFD2F8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10668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rPr>
              <a:t>高端五轴数控机床及配件研发制造</a:t>
            </a:r>
          </a:p>
          <a:p xmlns:a="http://schemas.openxmlformats.org/drawingml/2006/main">
            <a:pPr>
              <a:def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rPr>
              <a:t>国产替代创新企业，面向高端智能装备整体解决方案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rPr>
              <a:t>资料记载：高端五轴联动机床已量产</a:t>
            </a:r>
          </a:p>
          <a:p xmlns:a="http://schemas.openxmlformats.org/drawingml/2006/main">
            <a:pPr>
              <a:def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rPr>
              <a:t>市场范围：长三角、珠三角及海外</a:t>
            </a:r>
          </a:p>
          <a:p xmlns:a="http://schemas.openxmlformats.org/drawingml/2006/main">
            <a:pPr>
              <a:def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rPr>
              <a:t>合作信息：博世力士乐（按资料记载，未经本实验外部认证）</a:t>
            </a:r>
          </a:p>
          <a:p xmlns:a="http://schemas.openxmlformats.org/drawingml/2006/main">
            <a:pPr>
              <a:def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rPr>
              <a:t>材料出品方：中科优势 Tech Capital</a:t>
            </a:r>
          </a:p>
          <a:p xmlns:a="http://schemas.openxmlformats.org/drawingml/2006/main">
            <a:pPr>
              <a:def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rPr>
              <a:t>起始里程碑：2021.07.20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07743-AAAE-43A1-997C-819A1CFA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4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97482"/>
                </a:solidFill>
                <a:latin typeface="Microsoft YaHei"/>
                <a:ea typeface="Microsoft YaHei"/>
                <a:cs typeface="Microsoft YaHei"/>
              </a:rPr>
              <a:t>实验重建输入：依据同源原描述恢复，非历史原件；用于学习模板与后续改写</a:t>
            </a:r>
          </a:p>
        </p:txBody>
      </p:sp>
    </p:spTree>
    <p:extLst>
      <p:ext uri="{BB962C8B-B14F-4D97-AF65-F5344CB8AC3E}">
        <p14:creationId xmlns:p14="http://schemas.microsoft.com/office/powerpoint/2010/main" val="8733439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EE223-B046-4D73-95BD-30B81C6A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5C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5CA3"/>
                </a:solidFill>
                <a:latin typeface="Microsoft YaHei"/>
                <a:ea typeface="Microsoft YaHei"/>
                <a:cs typeface="Microsoft YaHei"/>
              </a:rPr>
              <a:t>技术体系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38B0C-7E46-4388-9D7E-4C9CBFF5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10668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rPr>
              <a:t>核心部件：AC摇篮、摇摆头与滚子凸轮结构自主研发</a:t>
            </a:r>
          </a:p>
          <a:p xmlns:a="http://schemas.openxmlformats.org/drawingml/2006/main">
            <a:pPr>
              <a:def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rPr>
              <a:t>高精度与高刚性，Matlab计算三维曲面以实现零间隙贴合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rPr>
              <a:t>RTCP刀尖跟随：工件安装误差与三维空间误差补偿</a:t>
            </a:r>
          </a:p>
          <a:p xmlns:a="http://schemas.openxmlformats.org/drawingml/2006/main">
            <a:pPr>
              <a:def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rPr>
              <a:t>智慧生产：西门子系统二次开发，数据上传与机台自诊断</a:t>
            </a:r>
          </a:p>
          <a:p xmlns:a="http://schemas.openxmlformats.org/drawingml/2006/main">
            <a:pPr>
              <a:def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rPr>
              <a:t>远程管理：通过手机及终端查看生产状态</a:t>
            </a:r>
          </a:p>
          <a:p xmlns:a="http://schemas.openxmlformats.org/drawingml/2006/main">
            <a:pPr>
              <a:def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rPr>
              <a:t>模块化：主轴、工作台、刀库、机器人、探头与对刀仪选配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29A15-0CB8-4832-A8AE-7E64321C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4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97482"/>
                </a:solidFill>
                <a:latin typeface="Microsoft YaHei"/>
                <a:ea typeface="Microsoft YaHei"/>
                <a:cs typeface="Microsoft YaHei"/>
              </a:rPr>
              <a:t>实验重建输入：依据同源原描述恢复，非历史原件；用于学习模板与后续改写</a:t>
            </a:r>
          </a:p>
        </p:txBody>
      </p:sp>
    </p:spTree>
    <p:extLst>
      <p:ext uri="{BB962C8B-B14F-4D97-AF65-F5344CB8AC3E}">
        <p14:creationId xmlns:p14="http://schemas.microsoft.com/office/powerpoint/2010/main" val="18717504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C8351-8E39-4DF3-B517-59CBADA0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5C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5CA3"/>
                </a:solidFill>
                <a:latin typeface="Microsoft YaHei"/>
                <a:ea typeface="Microsoft YaHei"/>
                <a:cs typeface="Microsoft YaHei"/>
              </a:rPr>
              <a:t>产品结构示意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F9364-63E9-4158-A48E-E967C4C0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4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97482"/>
                </a:solidFill>
                <a:latin typeface="Microsoft YaHei"/>
                <a:ea typeface="Microsoft YaHei"/>
                <a:cs typeface="Microsoft YaHei"/>
              </a:rPr>
              <a:t>实验重建输入：依据同源原描述恢复，非历史原件；用于学习模板与后续改写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939ac4aad2454f"/>
          <a:stretch xmlns:a="http://schemas.openxmlformats.org/drawingml/2006/main"/>
        </p:blipFill>
        <p:spPr>
          <a:xfrm xmlns:a="http://schemas.openxmlformats.org/drawingml/2006/main">
            <a:off x="3221182" y="1562100"/>
            <a:ext cx="5749636" cy="3952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2042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B1431-A597-4037-8683-5E295742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5C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5CA3"/>
                </a:solidFill>
                <a:latin typeface="Microsoft YaHei"/>
                <a:ea typeface="Microsoft YaHei"/>
                <a:cs typeface="Microsoft YaHei"/>
              </a:rPr>
              <a:t>研发与应用要点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F0DDB-C231-45C7-9BE6-D8340D19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10668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rPr>
              <a:t>核心部件自主研发形成高端机床国产化的技术基础</a:t>
            </a:r>
          </a:p>
          <a:p xmlns:a="http://schemas.openxmlformats.org/drawingml/2006/main">
            <a:pPr>
              <a:def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rPr>
              <a:t>RTCP功能由控制器处理刀尖点跟踪，CAM计算外形轮廓</a:t>
            </a:r>
          </a:p>
          <a:p xmlns:a="http://schemas.openxmlformats.org/drawingml/2006/main">
            <a:pPr>
              <a:def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rPr>
              <a:t>生产数据、故障诊断与远程管理共同支持生产运维</a:t>
            </a:r>
          </a:p>
          <a:p xmlns:a="http://schemas.openxmlformats.org/drawingml/2006/main">
            <a:pPr>
              <a:def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rPr>
              <a:t>模块化配置适应客户不同工艺和设备组合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rPr>
              <a:t>本模板用完整多页素材支持进一步整理与编辑</a:t>
            </a:r>
          </a:p>
          <a:p xmlns:a="http://schemas.openxmlformats.org/drawingml/2006/main">
            <a:pPr>
              <a:def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3348"/>
                </a:solidFill>
                <a:latin typeface="Microsoft YaHei"/>
                <a:ea typeface="Microsoft YaHei"/>
                <a:cs typeface="Microsoft YaHei"/>
              </a:rPr>
              <a:t>未知数据保持未知，不给出实验未提供的经营业绩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80E0B-B71D-430B-A83C-87A2AEB5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4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97482"/>
                </a:solidFill>
                <a:latin typeface="Microsoft YaHei"/>
                <a:ea typeface="Microsoft YaHei"/>
                <a:cs typeface="Microsoft YaHei"/>
              </a:rPr>
              <a:t>实验重建输入：依据同源原描述恢复，非历史原件；用于学习模板与后续改写</a:t>
            </a:r>
          </a:p>
        </p:txBody>
      </p:sp>
    </p:spTree>
    <p:extLst>
      <p:ext uri="{BB962C8B-B14F-4D97-AF65-F5344CB8AC3E}">
        <p14:creationId xmlns:p14="http://schemas.microsoft.com/office/powerpoint/2010/main" val="7225117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2026-10-10T03:04:43.9490000Z</dcterms:created>
  <dcterms:modified xsi:type="dcterms:W3CDTF">2026-10-10T03:04:43.9490000Z</dcterms:modified>
</coreProperties>
</file>