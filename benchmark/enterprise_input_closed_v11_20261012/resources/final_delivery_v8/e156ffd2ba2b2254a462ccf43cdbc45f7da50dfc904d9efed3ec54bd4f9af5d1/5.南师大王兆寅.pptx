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南京师范大学王兆寅项目资料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产品化素材待核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文件身份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原文件标题给出南京师范大学与王兆寅。项目题名、产品外观、技术路线与电话均未从本来源取得。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产品介绍起点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提供产品字段初稿：用途、模块、操作过程、样机状态、测试输入、交付边界。具体真实字段保留未知。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实验演示模块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示例产品展示结构采用输入模块、处理模块、结果记录模块三个框，供新增演示页操作；不冒充真实设备照片。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现场素材缺口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原产品演示照片和型号缺失。本次工具可编辑幻灯片及插入之后取得的图片，示意图标明实验。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资料字段与当前缺口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原单位与团队、联系人电话、真实产品型号、真实专利与市场数据：未提供。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本输入仍为待整理、待比较或待编辑的原材料。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具体文字稿、优化BP、问答与建议由本次运行产生。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